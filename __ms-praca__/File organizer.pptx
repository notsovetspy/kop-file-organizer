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223" r:id="rId4"/>
  </p:sldMasterIdLst>
  <p:notesMasterIdLst>
    <p:notesMasterId r:id="rId18"/>
  </p:notesMasterIdLst>
  <p:handoutMasterIdLst>
    <p:handoutMasterId r:id="rId19"/>
  </p:handoutMasterIdLst>
  <p:sldIdLst>
    <p:sldId id="1497" r:id="rId5"/>
    <p:sldId id="1508" r:id="rId6"/>
    <p:sldId id="1500" r:id="rId7"/>
    <p:sldId id="1501" r:id="rId8"/>
    <p:sldId id="1507" r:id="rId9"/>
    <p:sldId id="1512" r:id="rId10"/>
    <p:sldId id="1518" r:id="rId11"/>
    <p:sldId id="1514" r:id="rId12"/>
    <p:sldId id="1520" r:id="rId13"/>
    <p:sldId id="1517" r:id="rId14"/>
    <p:sldId id="1519" r:id="rId15"/>
    <p:sldId id="1510" r:id="rId16"/>
    <p:sldId id="152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2471F2E-E011-F521-299E-65FC243E7E5E}" name="David Salaguinto" initials="DS" userId="S::davidsa@microsoft.com::9399e6ad-b974-43d0-b593-8c2804f84e0d" providerId="AD"/>
  <p188:author id="{DC3CAF61-3D39-8A1C-6AB6-F5CBCFCBEA47}" name="Vanessa Buzgheia (ALLEGIS GROUP HOLDINGS INC)" initials="" userId="S::v-vabuzgheia@microsoft.com::f3934b54-4599-40d0-96a8-d6208686f730" providerId="AD"/>
  <p188:author id="{9941987A-41B7-49AC-EE6E-03F2D0BD95BA}" name="Daria Naidenov" initials="DN" userId="S::danaidenov@microsoft.com::ab38ab5f-bdf0-4774-ae5a-d2782abb2027" providerId="AD"/>
  <p188:author id="{E2AFCBE2-96AD-378F-B4C9-6D94B252CA9F}" name="Kaila Orsucci (ANDERSEN CONSULTANTS LLC)" initials="KO" userId="S::v-kaiorsucci@microsoft.com::6b53eb50-4ec2-4e76-8ec7-518784d2a68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E6D4"/>
    <a:srgbClr val="010102"/>
    <a:srgbClr val="CC563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0A15C55-8517-42AA-B614-E9B94910E393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20" autoAdjust="0"/>
    <p:restoredTop sz="94886" autoAdjust="0"/>
  </p:normalViewPr>
  <p:slideViewPr>
    <p:cSldViewPr snapToGrid="0">
      <p:cViewPr varScale="1">
        <p:scale>
          <a:sx n="155" d="100"/>
          <a:sy n="155" d="100"/>
        </p:scale>
        <p:origin x="270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72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4/9/2026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4/9/2026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19.sv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sv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sv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sv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sv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sv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svg"/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anchor="b">
            <a:noAutofit/>
          </a:bodyPr>
          <a:lstStyle>
            <a:lvl1pPr algn="l">
              <a:defRPr sz="62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65760" y="6453002"/>
            <a:ext cx="3494314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6540A2A-5578-B047-A607-CB4F5628A42D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8641392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97033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886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>
              <a:defRPr sz="2000"/>
            </a:lvl2pPr>
            <a:lvl3pPr>
              <a:defRPr sz="2000"/>
            </a:lvl3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690BC1B-9D1C-944E-987E-4C99541780F7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94126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62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6" y="4731335"/>
            <a:ext cx="4361687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453002"/>
            <a:ext cx="170762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4AD05014-C39F-5246-98DD-E4D922ECDC9C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45736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01377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64898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411480"/>
            <a:ext cx="4654296" cy="3739896"/>
          </a:xfrm>
        </p:spPr>
        <p:txBody>
          <a:bodyPr anchor="t">
            <a:normAutofit/>
          </a:bodyPr>
          <a:lstStyle>
            <a:lvl1pPr algn="l">
              <a:defRPr sz="62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65760" y="6453002"/>
            <a:ext cx="195177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738D450-E3FE-2A4E-AC56-63427DCC773C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835208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590849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EE3BD471-B3AB-52AD-E243-A411D22A306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60705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93877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anchor="t">
            <a:normAutofit/>
          </a:bodyPr>
          <a:lstStyle>
            <a:lvl1pPr algn="l">
              <a:defRPr sz="94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73553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bg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1208" y="6453002"/>
            <a:ext cx="3494314" cy="365125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4B5BBC2A-39E9-E745-869A-3DFEF0CBD201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45116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anchor="b">
            <a:noAutofit/>
          </a:bodyPr>
          <a:lstStyle>
            <a:lvl1pPr algn="l">
              <a:defRPr sz="116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368" y="4617138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0673DB68-38CE-354B-9260-12B5C94629BE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15620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Autofit/>
          </a:bodyPr>
          <a:lstStyle>
            <a:lvl1pPr algn="ctr">
              <a:defRPr sz="94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7D831B3-9986-CB4D-98AB-F72D799770C8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72250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4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Line">
            <a:extLst>
              <a:ext uri="{FF2B5EF4-FFF2-40B4-BE49-F238E27FC236}">
                <a16:creationId xmlns:a16="http://schemas.microsoft.com/office/drawing/2014/main" id="{AE8D7E1C-BD8A-2636-7E06-7D198D1681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4030" y="5115839"/>
            <a:ext cx="10923934" cy="74519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30" y="634044"/>
            <a:ext cx="10923934" cy="4227782"/>
          </a:xfrm>
        </p:spPr>
        <p:txBody>
          <a:bodyPr anchor="b">
            <a:noAutofit/>
          </a:bodyPr>
          <a:lstStyle>
            <a:lvl1pPr algn="l">
              <a:lnSpc>
                <a:spcPct val="75000"/>
              </a:lnSpc>
              <a:defRPr sz="11600" spc="0" baseline="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30" y="5856285"/>
            <a:ext cx="9424374" cy="365760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98C60AE3-E908-DF41-84A2-DC8B7B32901C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73116" y="6453002"/>
            <a:ext cx="2805405" cy="365125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8757" y="6453002"/>
            <a:ext cx="429207" cy="365125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42373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1801368"/>
            <a:ext cx="7772400" cy="4572000"/>
          </a:xfrm>
        </p:spPr>
        <p:txBody>
          <a:bodyPr anchor="b">
            <a:normAutofit/>
          </a:bodyPr>
          <a:lstStyle>
            <a:lvl1pPr algn="l">
              <a:defRPr sz="94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74320" y="6453002"/>
            <a:ext cx="3494314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1069D6-A2C3-AD44-ACFC-2D3F174E0036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91803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Line">
            <a:extLst>
              <a:ext uri="{FF2B5EF4-FFF2-40B4-BE49-F238E27FC236}">
                <a16:creationId xmlns:a16="http://schemas.microsoft.com/office/drawing/2014/main" id="{9B43CF31-7993-E1EC-6332-7EC081516F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4030" y="5862884"/>
            <a:ext cx="10923934" cy="745198"/>
          </a:xfrm>
          <a:prstGeom prst="rect">
            <a:avLst/>
          </a:prstGeom>
        </p:spPr>
      </p:pic>
      <p:sp>
        <p:nvSpPr>
          <p:cNvPr id="49" name="Title 1">
            <a:extLst>
              <a:ext uri="{FF2B5EF4-FFF2-40B4-BE49-F238E27FC236}">
                <a16:creationId xmlns:a16="http://schemas.microsoft.com/office/drawing/2014/main" id="{0F499242-4D68-E0D9-7C3B-9B9D0D6547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30" y="2129474"/>
            <a:ext cx="10923934" cy="3733410"/>
          </a:xfrm>
        </p:spPr>
        <p:txBody>
          <a:bodyPr lIns="0" tIns="0" rIns="0" bIns="0" anchor="b">
            <a:noAutofit/>
          </a:bodyPr>
          <a:lstStyle>
            <a:lvl1pPr>
              <a:lnSpc>
                <a:spcPct val="80000"/>
              </a:lnSpc>
              <a:defRPr sz="9400" b="0" i="0" cap="all" spc="-90" baseline="0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4024" y="6453002"/>
            <a:ext cx="3494314" cy="365125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0613BFF-EB9B-B548-A0FD-59AF1D485CFC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430141" y="6453002"/>
            <a:ext cx="2805405" cy="365125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85782" y="6453002"/>
            <a:ext cx="429207" cy="365125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89132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Line">
            <a:extLst>
              <a:ext uri="{FF2B5EF4-FFF2-40B4-BE49-F238E27FC236}">
                <a16:creationId xmlns:a16="http://schemas.microsoft.com/office/drawing/2014/main" id="{2796F9B5-7FCA-165B-81FF-CCFC513610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4030" y="5862884"/>
            <a:ext cx="10923934" cy="745198"/>
          </a:xfrm>
          <a:prstGeom prst="rect">
            <a:avLst/>
          </a:prstGeom>
        </p:spPr>
      </p:pic>
      <p:sp>
        <p:nvSpPr>
          <p:cNvPr id="54" name="Title 1">
            <a:extLst>
              <a:ext uri="{FF2B5EF4-FFF2-40B4-BE49-F238E27FC236}">
                <a16:creationId xmlns:a16="http://schemas.microsoft.com/office/drawing/2014/main" id="{D60062CE-FB5B-98B4-DD60-2BDB87915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30" y="2129474"/>
            <a:ext cx="10923934" cy="3727767"/>
          </a:xfrm>
        </p:spPr>
        <p:txBody>
          <a:bodyPr lIns="0" tIns="0" rIns="0" bIns="0" anchor="b">
            <a:noAutofit/>
          </a:bodyPr>
          <a:lstStyle>
            <a:lvl1pPr>
              <a:lnSpc>
                <a:spcPct val="80000"/>
              </a:lnSpc>
              <a:defRPr sz="9400" b="0" i="0" cap="all" spc="-90" baseline="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1" name="Date Placeholder 3">
            <a:extLst>
              <a:ext uri="{FF2B5EF4-FFF2-40B4-BE49-F238E27FC236}">
                <a16:creationId xmlns:a16="http://schemas.microsoft.com/office/drawing/2014/main" id="{2F6A41B8-283F-AD78-7825-96B74106282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4024" y="6453002"/>
            <a:ext cx="3494314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0613BFF-EB9B-B548-A0FD-59AF1D485CFC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52" name="Footer Placeholder 4">
            <a:extLst>
              <a:ext uri="{FF2B5EF4-FFF2-40B4-BE49-F238E27FC236}">
                <a16:creationId xmlns:a16="http://schemas.microsoft.com/office/drawing/2014/main" id="{27A23E48-70A1-5D87-06C3-5B994014D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430141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3" name="Slide Number Placeholder 5">
            <a:extLst>
              <a:ext uri="{FF2B5EF4-FFF2-40B4-BE49-F238E27FC236}">
                <a16:creationId xmlns:a16="http://schemas.microsoft.com/office/drawing/2014/main" id="{DC44A23F-66C2-EA6D-F59D-E9A91E0B2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85782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23833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Autofit/>
          </a:bodyPr>
          <a:lstStyle>
            <a:lvl1pPr>
              <a:defRPr sz="9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2000"/>
            </a:lvl2pPr>
            <a:lvl3pPr marL="457200" indent="0">
              <a:buFont typeface="Arial" panose="020B0604020202020204" pitchFamily="34" charset="0"/>
              <a:buNone/>
              <a:defRPr sz="20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2646" y="6453002"/>
            <a:ext cx="3494314" cy="365125"/>
          </a:xfrm>
        </p:spPr>
        <p:txBody>
          <a:bodyPr/>
          <a:lstStyle/>
          <a:p>
            <a:fld id="{8B79F0DB-3AF1-4048-9F5A-962BE0B1A6D2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6219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FE1EB0A-550A-CEE3-A369-31648EABE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0" y="1161288"/>
            <a:ext cx="4663440" cy="1554480"/>
          </a:xfrm>
        </p:spPr>
        <p:txBody>
          <a:bodyPr anchor="b">
            <a:noAutofit/>
          </a:bodyPr>
          <a:lstStyle>
            <a:lvl1pPr>
              <a:defRPr sz="94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C56172B-3A8C-FD41-E1AF-B7A6C221E58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68C1E06D-4640-E698-C102-34E6576B7E4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0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800">
                <a:solidFill>
                  <a:schemeClr val="tx2"/>
                </a:solidFill>
              </a:defRPr>
            </a:lvl1pPr>
            <a:lvl2pPr marL="228600" indent="0">
              <a:buFont typeface="+mj-lt"/>
              <a:buNone/>
              <a:defRPr sz="1800">
                <a:solidFill>
                  <a:schemeClr val="tx2"/>
                </a:solidFill>
              </a:defRPr>
            </a:lvl2pPr>
            <a:lvl3pPr marL="457200" indent="0">
              <a:buFont typeface="+mj-lt"/>
              <a:buNone/>
              <a:defRPr sz="1800">
                <a:solidFill>
                  <a:schemeClr val="tx2"/>
                </a:solidFill>
              </a:defRPr>
            </a:lvl3pPr>
            <a:lvl4pPr marL="1028700" indent="-342900">
              <a:buFont typeface="+mj-lt"/>
              <a:buAutoNum type="arabicPeriod"/>
              <a:defRPr sz="1800"/>
            </a:lvl4pPr>
            <a:lvl5pPr>
              <a:buFont typeface="+mj-lt"/>
              <a:buAutoNum type="arabicPeriod"/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10" name="Date Placeholder 2">
            <a:extLst>
              <a:ext uri="{FF2B5EF4-FFF2-40B4-BE49-F238E27FC236}">
                <a16:creationId xmlns:a16="http://schemas.microsoft.com/office/drawing/2014/main" id="{F2FDAA79-3182-5335-A6FF-E32CCDE645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7999" y="6453002"/>
            <a:ext cx="1996689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CE45A01-4A32-4AB4-BD6F-540E77D8A25B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3D92EE39-87E3-3370-9DE3-71700ED71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36592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4">
            <a:extLst>
              <a:ext uri="{FF2B5EF4-FFF2-40B4-BE49-F238E27FC236}">
                <a16:creationId xmlns:a16="http://schemas.microsoft.com/office/drawing/2014/main" id="{1EFA36F7-B0F1-BB19-57FE-2EF517E55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92233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75557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Line">
            <a:extLst>
              <a:ext uri="{FF2B5EF4-FFF2-40B4-BE49-F238E27FC236}">
                <a16:creationId xmlns:a16="http://schemas.microsoft.com/office/drawing/2014/main" id="{EDA24A94-6BB7-BD99-F58E-599E702429E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4029" y="3586186"/>
            <a:ext cx="5652471" cy="36576"/>
          </a:xfrm>
          <a:prstGeom prst="rect">
            <a:avLst/>
          </a:prstGeom>
        </p:spPr>
      </p:pic>
      <p:sp>
        <p:nvSpPr>
          <p:cNvPr id="36" name="Title 1">
            <a:extLst>
              <a:ext uri="{FF2B5EF4-FFF2-40B4-BE49-F238E27FC236}">
                <a16:creationId xmlns:a16="http://schemas.microsoft.com/office/drawing/2014/main" id="{BE740DFB-8275-3B3A-B23D-1A1F65B77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634999"/>
            <a:ext cx="5652471" cy="2242190"/>
          </a:xfrm>
        </p:spPr>
        <p:txBody>
          <a:bodyPr lIns="0" tIns="0" rIns="0" bIns="0" anchor="t">
            <a:noAutofit/>
          </a:bodyPr>
          <a:lstStyle>
            <a:lvl1pPr>
              <a:lnSpc>
                <a:spcPct val="80000"/>
              </a:lnSpc>
              <a:defRPr sz="9400" b="0" i="0" cap="all" spc="-90" baseline="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5" name="Content Placeholder 7">
            <a:extLst>
              <a:ext uri="{FF2B5EF4-FFF2-40B4-BE49-F238E27FC236}">
                <a16:creationId xmlns:a16="http://schemas.microsoft.com/office/drawing/2014/main" id="{281DE969-26C2-51F8-FB8C-5BF22649B3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4028" y="3981767"/>
            <a:ext cx="5652472" cy="2241234"/>
          </a:xfrm>
        </p:spPr>
        <p:txBody>
          <a:bodyPr anchor="ctr">
            <a:normAutofit/>
          </a:bodyPr>
          <a:lstStyle>
            <a:lvl1pPr marL="0" indent="0">
              <a:lnSpc>
                <a:spcPct val="85000"/>
              </a:lnSpc>
              <a:buFont typeface="Arial" panose="020B0604020202020204" pitchFamily="34" charset="0"/>
              <a:buNone/>
              <a:defRPr sz="1800" b="0" i="0">
                <a:solidFill>
                  <a:schemeClr val="tx2"/>
                </a:solidFill>
                <a:latin typeface="+mn-lt"/>
              </a:defRPr>
            </a:lvl1pPr>
            <a:lvl2pPr marL="228600" indent="0">
              <a:buFont typeface="+mj-lt"/>
              <a:buNone/>
              <a:defRPr>
                <a:solidFill>
                  <a:schemeClr val="tx2"/>
                </a:solidFill>
                <a:latin typeface="+mn-lt"/>
              </a:defRPr>
            </a:lvl2pPr>
            <a:lvl3pPr marL="457200" indent="0">
              <a:buFont typeface="+mj-lt"/>
              <a:buNone/>
              <a:defRPr>
                <a:solidFill>
                  <a:schemeClr val="tx2"/>
                </a:solidFill>
                <a:latin typeface="+mn-lt"/>
              </a:defRPr>
            </a:lvl3pPr>
            <a:lvl4pPr marL="685800" indent="0">
              <a:buFont typeface="+mj-lt"/>
              <a:buNone/>
              <a:defRPr/>
            </a:lvl4pPr>
            <a:lvl5pPr marL="914400" indent="0">
              <a:buFont typeface="+mj-lt"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2" name="Date Placeholder 4">
            <a:extLst>
              <a:ext uri="{FF2B5EF4-FFF2-40B4-BE49-F238E27FC236}">
                <a16:creationId xmlns:a16="http://schemas.microsoft.com/office/drawing/2014/main" id="{F6C9393C-BE33-3D7E-0B24-2B65765CE5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4028" y="6453002"/>
            <a:ext cx="106762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A5181DF-A557-B54F-A3EC-E0F1AA454BFA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33" name="Footer Placeholder 5">
            <a:extLst>
              <a:ext uri="{FF2B5EF4-FFF2-40B4-BE49-F238E27FC236}">
                <a16:creationId xmlns:a16="http://schemas.microsoft.com/office/drawing/2014/main" id="{3AA959AD-0DC9-D641-41EF-9D2274727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01652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34" name="Slide Number Placeholder 6">
            <a:extLst>
              <a:ext uri="{FF2B5EF4-FFF2-40B4-BE49-F238E27FC236}">
                <a16:creationId xmlns:a16="http://schemas.microsoft.com/office/drawing/2014/main" id="{90330CCA-1CBB-B8FA-CFB6-4BF044837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57293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0" name="Picture Placeholder 10">
            <a:extLst>
              <a:ext uri="{FF2B5EF4-FFF2-40B4-BE49-F238E27FC236}">
                <a16:creationId xmlns:a16="http://schemas.microsoft.com/office/drawing/2014/main" id="{3DD4BE18-D8F5-E121-55F3-32B95583885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20529" y="0"/>
            <a:ext cx="5271472" cy="6858000"/>
          </a:xfrm>
          <a:blipFill dpi="0" rotWithShape="1">
            <a:blip r:embed="rId3">
              <a:alphaModFix amt="60000"/>
            </a:blip>
            <a:srcRect/>
            <a:stretch>
              <a:fillRect l="-220" t="-3607" r="-2165" b="-9034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47271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Autofit/>
          </a:bodyPr>
          <a:lstStyle>
            <a:lvl1pPr>
              <a:defRPr sz="62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2pPr>
            <a:lvl3pPr marL="45720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8347" y="6453002"/>
            <a:ext cx="3494314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7305EA6-BBAC-6E4B-964A-D6F60BBF3AB2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414064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69705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884698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Autofit/>
          </a:bodyPr>
          <a:lstStyle>
            <a:lvl1pPr>
              <a:defRPr sz="6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600"/>
            </a:lvl2pPr>
            <a:lvl3pPr marL="457200" indent="0">
              <a:buNone/>
              <a:defRPr sz="1600"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8347" y="6453002"/>
            <a:ext cx="3494314" cy="365125"/>
          </a:xfrm>
        </p:spPr>
        <p:txBody>
          <a:bodyPr/>
          <a:lstStyle/>
          <a:p>
            <a:fld id="{8852D022-5226-9D40-B82A-7D8C886A142E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91065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46706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57413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62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228600" indent="0">
              <a:buNone/>
              <a:defRPr sz="1600">
                <a:solidFill>
                  <a:schemeClr val="tx2"/>
                </a:solidFill>
              </a:defRPr>
            </a:lvl2pPr>
            <a:lvl3pPr marL="457200" indent="0">
              <a:buNone/>
              <a:defRPr sz="1600">
                <a:solidFill>
                  <a:schemeClr val="tx2"/>
                </a:solidFill>
              </a:defRPr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DA8D886-BBF3-7F4C-B754-2145FE7638AC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016552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72193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35390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Autofit/>
          </a:bodyPr>
          <a:lstStyle>
            <a:lvl1pPr>
              <a:defRPr sz="94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bg2"/>
                </a:solidFill>
              </a:defRPr>
            </a:lvl1pPr>
            <a:lvl2pPr marL="228600" indent="0">
              <a:buNone/>
              <a:defRPr sz="1600">
                <a:solidFill>
                  <a:schemeClr val="bg2"/>
                </a:solidFill>
              </a:defRPr>
            </a:lvl2pPr>
            <a:lvl3pPr marL="457200" indent="0">
              <a:buNone/>
              <a:defRPr sz="1600">
                <a:solidFill>
                  <a:schemeClr val="bg2"/>
                </a:solidFill>
              </a:defRPr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2646" y="6453002"/>
            <a:ext cx="3494314" cy="365125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B6ADF20-7997-2546-8E91-4CD9ED2C6F32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97565" y="6453002"/>
            <a:ext cx="2805405" cy="365125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3206" y="6453002"/>
            <a:ext cx="429207" cy="365125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89964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Autofit/>
          </a:bodyPr>
          <a:lstStyle>
            <a:lvl1pPr>
              <a:defRPr sz="62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228600" indent="0">
              <a:buNone/>
              <a:defRPr sz="1800"/>
            </a:lvl2pPr>
            <a:lvl3pPr marL="457200" indent="0">
              <a:buNone/>
              <a:defRPr sz="1800"/>
            </a:lvl3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72533" y="6453002"/>
            <a:ext cx="3494314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3A3023C-1830-6D43-8E15-68964EAA5E2E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34619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0260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9112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>
            <a:extLst>
              <a:ext uri="{FF2B5EF4-FFF2-40B4-BE49-F238E27FC236}">
                <a16:creationId xmlns:a16="http://schemas.microsoft.com/office/drawing/2014/main" id="{74C27216-5A6D-E1CC-74C5-D39B47557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635000"/>
            <a:ext cx="4714882" cy="5588000"/>
          </a:xfrm>
        </p:spPr>
        <p:txBody>
          <a:bodyPr anchor="t">
            <a:noAutofit/>
          </a:bodyPr>
          <a:lstStyle>
            <a:lvl1pPr>
              <a:defRPr sz="9400" b="0" i="0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86499" y="634999"/>
            <a:ext cx="5271465" cy="5588001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4029" y="6453002"/>
            <a:ext cx="3494314" cy="365125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175DCFB8-B573-B542-A6DF-FEACB0967523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73116" y="6453002"/>
            <a:ext cx="2805405" cy="365125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8757" y="6453002"/>
            <a:ext cx="429207" cy="365125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94729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30" y="634998"/>
            <a:ext cx="10923934" cy="148813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030" y="2495234"/>
            <a:ext cx="10923933" cy="3727766"/>
          </a:xfrm>
        </p:spPr>
        <p:txBody>
          <a:bodyPr anchor="ctr">
            <a:normAutofit/>
          </a:bodyPr>
          <a:lstStyle>
            <a:lvl1pPr marL="0" indent="0">
              <a:lnSpc>
                <a:spcPct val="90000"/>
              </a:lnSpc>
              <a:buNone/>
              <a:defRPr sz="18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6F5E3-6B8A-A44B-A708-59BA87FB9F0D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73115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8756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75367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8937" y="548640"/>
            <a:ext cx="6093225" cy="1143000"/>
          </a:xfrm>
        </p:spPr>
        <p:txBody>
          <a:bodyPr anchor="b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38937" y="1828800"/>
            <a:ext cx="6071616" cy="4489704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538937" y="6453002"/>
            <a:ext cx="3337584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E9E4503-ED11-3B45-96AC-CCA3E92ECD3F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25705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81346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623501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6135624" cy="1143000"/>
          </a:xfrm>
        </p:spPr>
        <p:txBody>
          <a:bodyPr anchor="b"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828800"/>
            <a:ext cx="6135624" cy="4489704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bg2"/>
                </a:solidFill>
              </a:defRPr>
            </a:lvl1pPr>
            <a:lvl2pPr>
              <a:defRPr>
                <a:solidFill>
                  <a:srgbClr val="F7E6D4"/>
                </a:solidFill>
              </a:defRPr>
            </a:lvl2pPr>
            <a:lvl3pPr>
              <a:defRPr>
                <a:solidFill>
                  <a:srgbClr val="F7E6D4"/>
                </a:solidFill>
              </a:defRPr>
            </a:lvl3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FC8AA2BE-83A7-1947-89C5-48834C1E3938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563424" y="6453002"/>
            <a:ext cx="2805405" cy="365125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319065" y="6453002"/>
            <a:ext cx="429207" cy="365125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5612A9B-CA73-D0F3-ABE1-FC8E5A58192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398115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721849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5736" y="320040"/>
            <a:ext cx="6858000" cy="932688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45736" y="1380744"/>
            <a:ext cx="6858000" cy="498348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800"/>
            </a:lvl2pPr>
            <a:lvl3pPr marL="457200" indent="0">
              <a:buNone/>
              <a:defRPr sz="1800"/>
            </a:lvl3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453002"/>
            <a:ext cx="3494314" cy="365125"/>
          </a:xfrm>
        </p:spPr>
        <p:txBody>
          <a:bodyPr/>
          <a:lstStyle/>
          <a:p>
            <a:fld id="{98C8E2EF-2F89-AD4E-B95A-1681168A4D14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18888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74529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025636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320040"/>
            <a:ext cx="6858000" cy="932688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380744"/>
            <a:ext cx="6858000" cy="498348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142FFF45-ACEA-0D4C-9312-FDEE4F57D97C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392C2B09-FED9-CD68-EB19-3763685C191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6864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36878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808" y="584339"/>
            <a:ext cx="4361688" cy="1527048"/>
          </a:xfrm>
        </p:spPr>
        <p:txBody>
          <a:bodyPr anchor="b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53745" y="2212975"/>
            <a:ext cx="4362450" cy="4095750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453002"/>
            <a:ext cx="1622776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E9369B0F-403C-4542-9947-E363C5E8AC07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0648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6289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0477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4361688" cy="1527048"/>
          </a:xfrm>
        </p:spPr>
        <p:txBody>
          <a:bodyPr anchor="b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4360863" cy="4095750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2648" y="6453002"/>
            <a:ext cx="2031073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45B992E-E843-584E-AFD9-A9C0E437D7D0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88790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544431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EFE6CB20-8EB0-4BD7-42A4-F6F31D24605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80491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40719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4553" y="320040"/>
            <a:ext cx="4522936" cy="932688"/>
          </a:xfrm>
        </p:spPr>
        <p:txBody>
          <a:bodyPr anchor="b"/>
          <a:lstStyle>
            <a:lvl1pPr>
              <a:defRPr sz="62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04888" y="1380744"/>
            <a:ext cx="4512601" cy="4983480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453002"/>
            <a:ext cx="1772029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C4C9DE37-DBA8-BA4E-8AC6-A40B002F9FC3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2641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8282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75206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20040"/>
            <a:ext cx="4572000" cy="932688"/>
          </a:xfrm>
        </p:spPr>
        <p:txBody>
          <a:bodyPr anchor="b"/>
          <a:lstStyle>
            <a:lvl1pPr>
              <a:defRPr sz="62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380744"/>
            <a:ext cx="4572000" cy="4983480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2648" y="6453002"/>
            <a:ext cx="2031073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28E28E5-9286-7441-B61C-1E9A52BB0C7A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99800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55441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9B10CE38-B156-5DB3-6F00-712559E3B4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99760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0899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583413"/>
            <a:ext cx="3401568" cy="1527048"/>
          </a:xfrm>
        </p:spPr>
        <p:txBody>
          <a:bodyPr anchor="b">
            <a:noAutofit/>
          </a:bodyPr>
          <a:lstStyle>
            <a:lvl1pPr>
              <a:defRPr sz="6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0" y="2212975"/>
            <a:ext cx="3401568" cy="409575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212663" y="6453002"/>
            <a:ext cx="922372" cy="365125"/>
          </a:xfrm>
        </p:spPr>
        <p:txBody>
          <a:bodyPr/>
          <a:lstStyle/>
          <a:p>
            <a:fld id="{9ECEE58F-BD35-844C-990A-4489F9CE5036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640001" y="6453002"/>
            <a:ext cx="2546891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85024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51706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3401568" cy="1527048"/>
          </a:xfrm>
        </p:spPr>
        <p:txBody>
          <a:bodyPr anchor="b">
            <a:noAutofit/>
          </a:bodyPr>
          <a:lstStyle>
            <a:lvl1pPr>
              <a:defRPr sz="62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3401568" cy="4095750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2648" y="6453002"/>
            <a:ext cx="106762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352D23B-3669-BD4A-9D0C-C9C6F7026685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0729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580983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11223B47-5C7F-2986-2E32-2E065C5989B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07856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39377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3102" y="1078992"/>
            <a:ext cx="3273552" cy="1942773"/>
          </a:xfrm>
        </p:spPr>
        <p:txBody>
          <a:bodyPr anchor="b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440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453002"/>
            <a:ext cx="1003659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E344C25F-7EE2-4F47-AA90-C1721704504B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12295" y="6453002"/>
            <a:ext cx="233516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7447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291890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Autofit/>
          </a:bodyPr>
          <a:lstStyle>
            <a:lvl1pPr>
              <a:defRPr sz="6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1733" y="6453002"/>
            <a:ext cx="3494314" cy="365125"/>
          </a:xfrm>
        </p:spPr>
        <p:txBody>
          <a:bodyPr/>
          <a:lstStyle/>
          <a:p>
            <a:fld id="{B9D9A934-EF35-DA4D-BB5A-2E2D4FDEA36C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565192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0833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934895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Autofit/>
          </a:bodyPr>
          <a:lstStyle>
            <a:lvl1pPr>
              <a:defRPr sz="6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6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1733" y="6453002"/>
            <a:ext cx="3494314" cy="365125"/>
          </a:xfrm>
        </p:spPr>
        <p:txBody>
          <a:bodyPr/>
          <a:lstStyle/>
          <a:p>
            <a:fld id="{27720244-97B8-B04B-BB8D-14E8A439A1F8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565192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0833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344866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Autofit/>
          </a:bodyPr>
          <a:lstStyle>
            <a:lvl1pPr>
              <a:defRPr sz="6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1733" y="59778"/>
            <a:ext cx="3494314" cy="365125"/>
          </a:xfrm>
        </p:spPr>
        <p:txBody>
          <a:bodyPr/>
          <a:lstStyle/>
          <a:p>
            <a:fld id="{BEF3566B-9796-DD44-A7B6-82B8E3F64E1B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565192" y="59778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0833" y="5977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6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C3400347-8F48-BD20-1228-D48AB286636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-1" y="307973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659057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>
            <a:lvl1pPr>
              <a:defRPr sz="94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5" y="18288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428E69D-3BAD-E543-9A7D-D90E1713FABF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27395" y="1828800"/>
            <a:ext cx="4251960" cy="4428871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228600" indent="0">
              <a:buNone/>
              <a:defRPr sz="1800"/>
            </a:lvl2pPr>
            <a:lvl3pPr marL="457200" indent="0">
              <a:buNone/>
              <a:defRPr sz="1800"/>
            </a:lvl3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94505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0146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10879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Autofit/>
          </a:bodyPr>
          <a:lstStyle>
            <a:lvl1pPr>
              <a:defRPr sz="6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8" y="2290890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F7988-DCFE-CF43-B8A3-11EDB5535CE4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97077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718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323696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Autofit/>
          </a:bodyPr>
          <a:lstStyle>
            <a:lvl1pPr>
              <a:defRPr sz="62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521" y="2295144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1521" y="6453002"/>
            <a:ext cx="3494314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E0A2866-955E-AF4D-ADC3-C33D5180D297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92790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8431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266463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Line">
            <a:extLst>
              <a:ext uri="{FF2B5EF4-FFF2-40B4-BE49-F238E27FC236}">
                <a16:creationId xmlns:a16="http://schemas.microsoft.com/office/drawing/2014/main" id="{01BCCCD3-4A57-B239-2F1E-687A6429D44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4029" y="3205028"/>
            <a:ext cx="5652471" cy="36576"/>
          </a:xfrm>
          <a:prstGeom prst="rect">
            <a:avLst/>
          </a:prstGeom>
        </p:spPr>
      </p:pic>
      <p:sp>
        <p:nvSpPr>
          <p:cNvPr id="26" name="Title 1">
            <a:extLst>
              <a:ext uri="{FF2B5EF4-FFF2-40B4-BE49-F238E27FC236}">
                <a16:creationId xmlns:a16="http://schemas.microsoft.com/office/drawing/2014/main" id="{61116443-DE54-77AA-7DB8-69A8D90C2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631702"/>
            <a:ext cx="5652471" cy="2241439"/>
          </a:xfrm>
        </p:spPr>
        <p:txBody>
          <a:bodyPr lIns="0" tIns="0" rIns="0" bIns="0" anchor="b">
            <a:noAutofit/>
          </a:bodyPr>
          <a:lstStyle>
            <a:lvl1pPr>
              <a:lnSpc>
                <a:spcPct val="80000"/>
              </a:lnSpc>
              <a:defRPr sz="6200" b="0" i="0" cap="all" spc="-90" baseline="0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8" y="3615050"/>
            <a:ext cx="5652472" cy="2607949"/>
          </a:xfrm>
        </p:spPr>
        <p:txBody>
          <a:bodyPr>
            <a:normAutofit/>
          </a:bodyPr>
          <a:lstStyle>
            <a:lvl1pPr marL="0" indent="0">
              <a:lnSpc>
                <a:spcPct val="105000"/>
              </a:lnSpc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5" name="Date Placeholder 4">
            <a:extLst>
              <a:ext uri="{FF2B5EF4-FFF2-40B4-BE49-F238E27FC236}">
                <a16:creationId xmlns:a16="http://schemas.microsoft.com/office/drawing/2014/main" id="{A222E353-0347-132E-E867-33914DB6B69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4028" y="6453002"/>
            <a:ext cx="1067625" cy="365125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62EA116-97E7-DB46-9F07-5EA3E970EA29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46" name="Footer Placeholder 5">
            <a:extLst>
              <a:ext uri="{FF2B5EF4-FFF2-40B4-BE49-F238E27FC236}">
                <a16:creationId xmlns:a16="http://schemas.microsoft.com/office/drawing/2014/main" id="{92329690-3D50-86E1-FAE0-DD69A2A8F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01652" y="6453002"/>
            <a:ext cx="2805405" cy="365125"/>
          </a:xfrm>
        </p:spPr>
        <p:txBody>
          <a:bodyPr/>
          <a:lstStyle>
            <a:lvl1pPr>
              <a:defRPr>
                <a:solidFill>
                  <a:schemeClr val="bg2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7" name="Slide Number Placeholder 6">
            <a:extLst>
              <a:ext uri="{FF2B5EF4-FFF2-40B4-BE49-F238E27FC236}">
                <a16:creationId xmlns:a16="http://schemas.microsoft.com/office/drawing/2014/main" id="{07B01184-B621-2F8C-EACB-F6FE05AAA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57293" y="6453002"/>
            <a:ext cx="429207" cy="365125"/>
          </a:xfrm>
        </p:spPr>
        <p:txBody>
          <a:bodyPr/>
          <a:lstStyle>
            <a:lvl1pPr>
              <a:defRPr>
                <a:solidFill>
                  <a:schemeClr val="bg2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1" name="Picture Placeholder 10">
            <a:extLst>
              <a:ext uri="{FF2B5EF4-FFF2-40B4-BE49-F238E27FC236}">
                <a16:creationId xmlns:a16="http://schemas.microsoft.com/office/drawing/2014/main" id="{B0F21DEB-5E55-D759-1F80-34FBC9BA417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20528" y="0"/>
            <a:ext cx="5305669" cy="6858000"/>
          </a:xfrm>
          <a:blipFill dpi="0" rotWithShape="1">
            <a:blip r:embed="rId3">
              <a:alphaModFix amt="60000"/>
            </a:blip>
            <a:srcRect/>
            <a:stretch>
              <a:fillRect l="-220" t="-3607" r="-1505" b="-9034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28617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Line">
            <a:extLst>
              <a:ext uri="{FF2B5EF4-FFF2-40B4-BE49-F238E27FC236}">
                <a16:creationId xmlns:a16="http://schemas.microsoft.com/office/drawing/2014/main" id="{01BCCCD3-4A57-B239-2F1E-687A6429D44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4028" y="3210422"/>
            <a:ext cx="6595449" cy="36576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4FFCB02B-08FB-F3AA-5366-A6CF8240F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631702"/>
            <a:ext cx="6595446" cy="2241439"/>
          </a:xfrm>
        </p:spPr>
        <p:txBody>
          <a:bodyPr lIns="0" tIns="0" rIns="0" bIns="0" anchor="b">
            <a:noAutofit/>
          </a:bodyPr>
          <a:lstStyle>
            <a:lvl1pPr>
              <a:lnSpc>
                <a:spcPct val="80000"/>
              </a:lnSpc>
              <a:defRPr sz="6200" b="0" i="0" cap="all" spc="-90" baseline="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7" y="3608708"/>
            <a:ext cx="6595447" cy="2614292"/>
          </a:xfrm>
        </p:spPr>
        <p:txBody>
          <a:bodyPr>
            <a:normAutofit/>
          </a:bodyPr>
          <a:lstStyle>
            <a:lvl1pPr marL="0" indent="0">
              <a:lnSpc>
                <a:spcPct val="105000"/>
              </a:lnSpc>
              <a:buNone/>
              <a:defRPr sz="1600" b="0" i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5" name="Date Placeholder 4">
            <a:extLst>
              <a:ext uri="{FF2B5EF4-FFF2-40B4-BE49-F238E27FC236}">
                <a16:creationId xmlns:a16="http://schemas.microsoft.com/office/drawing/2014/main" id="{A222E353-0347-132E-E867-33914DB6B69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4028" y="6453002"/>
            <a:ext cx="106762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62EA116-97E7-DB46-9F07-5EA3E970EA29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46" name="Footer Placeholder 5">
            <a:extLst>
              <a:ext uri="{FF2B5EF4-FFF2-40B4-BE49-F238E27FC236}">
                <a16:creationId xmlns:a16="http://schemas.microsoft.com/office/drawing/2014/main" id="{92329690-3D50-86E1-FAE0-DD69A2A8F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44626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7" name="Slide Number Placeholder 6">
            <a:extLst>
              <a:ext uri="{FF2B5EF4-FFF2-40B4-BE49-F238E27FC236}">
                <a16:creationId xmlns:a16="http://schemas.microsoft.com/office/drawing/2014/main" id="{07B01184-B621-2F8C-EACB-F6FE05AAA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00267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1" name="Picture Placeholder 10">
            <a:extLst>
              <a:ext uri="{FF2B5EF4-FFF2-40B4-BE49-F238E27FC236}">
                <a16:creationId xmlns:a16="http://schemas.microsoft.com/office/drawing/2014/main" id="{B0F21DEB-5E55-D759-1F80-34FBC9BA417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63502" y="0"/>
            <a:ext cx="4328498" cy="6858000"/>
          </a:xfrm>
          <a:blipFill dpi="0" rotWithShape="1">
            <a:blip r:embed="rId3">
              <a:alphaModFix amt="60000"/>
            </a:blip>
            <a:srcRect/>
            <a:stretch>
              <a:fillRect l="-9847" t="-6321" r="-14842" b="-632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350327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0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Line">
            <a:extLst>
              <a:ext uri="{FF2B5EF4-FFF2-40B4-BE49-F238E27FC236}">
                <a16:creationId xmlns:a16="http://schemas.microsoft.com/office/drawing/2014/main" id="{01BCCCD3-4A57-B239-2F1E-687A6429D44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4028" y="4326189"/>
            <a:ext cx="6595449" cy="36576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4FFCB02B-08FB-F3AA-5366-A6CF8240F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631702"/>
            <a:ext cx="6595446" cy="3350064"/>
          </a:xfrm>
        </p:spPr>
        <p:txBody>
          <a:bodyPr lIns="0" tIns="0" rIns="0" bIns="0" anchor="t">
            <a:noAutofit/>
          </a:bodyPr>
          <a:lstStyle>
            <a:lvl1pPr>
              <a:lnSpc>
                <a:spcPct val="80000"/>
              </a:lnSpc>
              <a:defRPr sz="9400" b="0" i="0" cap="all" spc="-90" baseline="0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7" y="4707188"/>
            <a:ext cx="6595447" cy="1515811"/>
          </a:xfrm>
        </p:spPr>
        <p:txBody>
          <a:bodyPr>
            <a:normAutofit/>
          </a:bodyPr>
          <a:lstStyle>
            <a:lvl1pPr marL="0" indent="0">
              <a:lnSpc>
                <a:spcPct val="105000"/>
              </a:lnSpc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5" name="Date Placeholder 4">
            <a:extLst>
              <a:ext uri="{FF2B5EF4-FFF2-40B4-BE49-F238E27FC236}">
                <a16:creationId xmlns:a16="http://schemas.microsoft.com/office/drawing/2014/main" id="{A222E353-0347-132E-E867-33914DB6B69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4028" y="6453002"/>
            <a:ext cx="1067625" cy="365125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62EA116-97E7-DB46-9F07-5EA3E970EA29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46" name="Footer Placeholder 5">
            <a:extLst>
              <a:ext uri="{FF2B5EF4-FFF2-40B4-BE49-F238E27FC236}">
                <a16:creationId xmlns:a16="http://schemas.microsoft.com/office/drawing/2014/main" id="{92329690-3D50-86E1-FAE0-DD69A2A8F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19552" y="6453002"/>
            <a:ext cx="2805405" cy="365125"/>
          </a:xfrm>
        </p:spPr>
        <p:txBody>
          <a:bodyPr/>
          <a:lstStyle>
            <a:lvl1pPr>
              <a:defRPr>
                <a:solidFill>
                  <a:schemeClr val="bg2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7" name="Slide Number Placeholder 6">
            <a:extLst>
              <a:ext uri="{FF2B5EF4-FFF2-40B4-BE49-F238E27FC236}">
                <a16:creationId xmlns:a16="http://schemas.microsoft.com/office/drawing/2014/main" id="{07B01184-B621-2F8C-EACB-F6FE05AAA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75193" y="6453002"/>
            <a:ext cx="429207" cy="365125"/>
          </a:xfrm>
        </p:spPr>
        <p:txBody>
          <a:bodyPr/>
          <a:lstStyle>
            <a:lvl1pPr>
              <a:defRPr>
                <a:solidFill>
                  <a:schemeClr val="bg2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6" name="Picture Placeholder 10">
            <a:extLst>
              <a:ext uri="{FF2B5EF4-FFF2-40B4-BE49-F238E27FC236}">
                <a16:creationId xmlns:a16="http://schemas.microsoft.com/office/drawing/2014/main" id="{5536CDF8-AA51-ACFF-01A1-5AC91FA2006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863502" y="0"/>
            <a:ext cx="4328498" cy="6858000"/>
          </a:xfrm>
          <a:blipFill dpi="0" rotWithShape="1">
            <a:blip r:embed="rId3">
              <a:alphaModFix amt="60000"/>
            </a:blip>
            <a:srcRect/>
            <a:stretch>
              <a:fillRect l="-9847" t="-6321" r="-14842" b="-632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752056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4" y="4718304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1800" b="0" i="0" cap="none" spc="30" baseline="0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9496" y="603503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0000" b="0" i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9496" y="6453002"/>
            <a:ext cx="3494314" cy="365125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58C3043-B413-5C4F-95E7-15D0A907A2D0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181144" y="6453002"/>
            <a:ext cx="2805405" cy="365125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36785" y="6453002"/>
            <a:ext cx="429207" cy="365125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423279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i="0" cap="none" spc="30" baseline="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30000" b="0" i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2960" y="6453002"/>
            <a:ext cx="3494314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213E27C-8A13-0C4C-8084-848D924D19EC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181144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36785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822691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i="0" cap="none" spc="30" baseline="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80000"/>
              </a:lnSpc>
              <a:buNone/>
              <a:defRPr sz="30000" b="0" i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2960" y="6453002"/>
            <a:ext cx="3494314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2D6CE67-6FF7-B844-84FB-A78950BC7BF2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181144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36785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72527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Line">
            <a:extLst>
              <a:ext uri="{FF2B5EF4-FFF2-40B4-BE49-F238E27FC236}">
                <a16:creationId xmlns:a16="http://schemas.microsoft.com/office/drawing/2014/main" id="{DFB36249-DEE2-32F0-26BA-85D269AB4D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4030" y="4362766"/>
            <a:ext cx="10923934" cy="74519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3" y="5107964"/>
            <a:ext cx="9980965" cy="1115036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1800" b="0" i="0" cap="none" spc="30" baseline="0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84313" y="634999"/>
            <a:ext cx="11173651" cy="424296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0000" b="0" i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4313" y="6453002"/>
            <a:ext cx="3494314" cy="365125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403F88D-6DA9-5544-AD9E-D5B84C42C3D6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73116" y="6453002"/>
            <a:ext cx="2805405" cy="365125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8757" y="6453002"/>
            <a:ext cx="429207" cy="365125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908332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Autofit/>
          </a:bodyPr>
          <a:lstStyle>
            <a:lvl1pPr marL="0" indent="0">
              <a:lnSpc>
                <a:spcPct val="85000"/>
              </a:lnSpc>
              <a:buNone/>
              <a:defRPr sz="6200" b="0" i="0" cap="all" spc="-90" baseline="0">
                <a:solidFill>
                  <a:schemeClr val="tx2"/>
                </a:solidFill>
                <a:latin typeface="+mn-lt"/>
              </a:defRPr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 dirty="0"/>
              <a:t>Click to add Statement.9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CF55651-526C-9848-85D6-36D4FFE0299C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288524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6200" b="0" i="0" cap="all" spc="-90" baseline="0">
                <a:latin typeface="+mn-lt"/>
              </a:defRPr>
            </a:lvl1pPr>
            <a:lvl2pPr marL="228600" indent="0">
              <a:lnSpc>
                <a:spcPct val="100000"/>
              </a:lnSpc>
              <a:buNone/>
              <a:defRPr sz="4400" b="0" i="0" cap="all" baseline="0">
                <a:latin typeface="Bahnschrift SemiLight" panose="020B0502040204020203" pitchFamily="34" charset="0"/>
              </a:defRPr>
            </a:lvl2pPr>
            <a:lvl3pPr marL="457200" indent="0">
              <a:lnSpc>
                <a:spcPct val="100000"/>
              </a:lnSpc>
              <a:buNone/>
              <a:defRPr sz="4000" b="0" i="0" cap="all" baseline="0">
                <a:latin typeface="Bahnschrift SemiLight" panose="020B0502040204020203" pitchFamily="34" charset="0"/>
              </a:defRPr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BEC3F-AE58-914D-80FE-8F86336925E2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503621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>
            <a:lvl1pPr>
              <a:defRPr>
                <a:solidFill>
                  <a:srgbClr val="01010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85000"/>
              </a:lnSpc>
              <a:buNone/>
              <a:defRPr sz="6200" b="0" i="0" cap="all" spc="-90" baseline="0">
                <a:solidFill>
                  <a:srgbClr val="010102"/>
                </a:solidFill>
                <a:latin typeface="+mn-lt"/>
              </a:defRPr>
            </a:lvl1pPr>
            <a:lvl2pPr marL="228600" indent="0">
              <a:lnSpc>
                <a:spcPct val="100000"/>
              </a:lnSpc>
              <a:buNone/>
              <a:defRPr sz="4400" b="0" i="0">
                <a:latin typeface="Bahnschrift SemiLight" panose="020B0502040204020203" pitchFamily="34" charset="0"/>
              </a:defRPr>
            </a:lvl2pPr>
            <a:lvl3pPr marL="457200" indent="0">
              <a:lnSpc>
                <a:spcPct val="100000"/>
              </a:lnSpc>
              <a:buNone/>
              <a:defRPr sz="4000" b="0" i="0">
                <a:latin typeface="Bahnschrift SemiLight" panose="020B0502040204020203" pitchFamily="34" charset="0"/>
              </a:defRPr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2646" y="6453002"/>
            <a:ext cx="3494314" cy="365125"/>
          </a:xfrm>
        </p:spPr>
        <p:txBody>
          <a:bodyPr/>
          <a:lstStyle>
            <a:lvl1pPr>
              <a:defRPr>
                <a:solidFill>
                  <a:srgbClr val="010102"/>
                </a:solidFill>
              </a:defRPr>
            </a:lvl1pPr>
          </a:lstStyle>
          <a:p>
            <a:fld id="{F8D43F75-AAA6-D94D-83E7-8522B5B9C85D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01010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1010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057999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4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Star">
            <a:extLst>
              <a:ext uri="{FF2B5EF4-FFF2-40B4-BE49-F238E27FC236}">
                <a16:creationId xmlns:a16="http://schemas.microsoft.com/office/drawing/2014/main" id="{CE1EBC89-4F77-F406-6F55-CF68F0B2B3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15022" y="5475285"/>
            <a:ext cx="742942" cy="74294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30" y="2135571"/>
            <a:ext cx="10923934" cy="2599051"/>
          </a:xfrm>
        </p:spPr>
        <p:txBody>
          <a:bodyPr anchor="ctr">
            <a:noAutofit/>
          </a:bodyPr>
          <a:lstStyle>
            <a:lvl1pPr marL="0" indent="0">
              <a:lnSpc>
                <a:spcPct val="85000"/>
              </a:lnSpc>
              <a:buNone/>
              <a:defRPr sz="6200" b="0" i="0" cap="all" spc="-90" baseline="0">
                <a:solidFill>
                  <a:schemeClr val="tx2"/>
                </a:solidFill>
                <a:latin typeface="+mn-lt"/>
              </a:defRPr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2648" y="6456218"/>
            <a:ext cx="3494314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4977FE3-BF7B-8E4A-9CFD-75BECF8C4782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73116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8757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451453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431536"/>
            <a:ext cx="8970264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0" i="0" cap="none" spc="30" baseline="0">
                <a:solidFill>
                  <a:srgbClr val="010102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5000"/>
              </a:lnSpc>
              <a:spcBef>
                <a:spcPts val="0"/>
              </a:spcBef>
              <a:buNone/>
              <a:defRPr sz="6200" b="0" i="0" cap="all" spc="-90" baseline="0">
                <a:solidFill>
                  <a:srgbClr val="01010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99616" y="6453002"/>
            <a:ext cx="3494314" cy="365125"/>
          </a:xfrm>
        </p:spPr>
        <p:txBody>
          <a:bodyPr/>
          <a:lstStyle>
            <a:lvl1pPr>
              <a:defRPr>
                <a:solidFill>
                  <a:srgbClr val="010102"/>
                </a:solidFill>
              </a:defRPr>
            </a:lvl1pPr>
          </a:lstStyle>
          <a:p>
            <a:fld id="{FC05086C-4FF2-A243-87B6-7357347C3018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07536" y="6453002"/>
            <a:ext cx="2805405" cy="365125"/>
          </a:xfrm>
        </p:spPr>
        <p:txBody>
          <a:bodyPr/>
          <a:lstStyle>
            <a:lvl1pPr>
              <a:defRPr>
                <a:solidFill>
                  <a:srgbClr val="01010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63177" y="6453002"/>
            <a:ext cx="429207" cy="365125"/>
          </a:xfrm>
        </p:spPr>
        <p:txBody>
          <a:bodyPr/>
          <a:lstStyle>
            <a:lvl1pPr>
              <a:defRPr>
                <a:solidFill>
                  <a:srgbClr val="01010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0082341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1800" b="0" i="0" cap="none" spc="30" baseline="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5000"/>
              </a:lnSpc>
              <a:spcBef>
                <a:spcPts val="0"/>
              </a:spcBef>
              <a:buNone/>
              <a:defRPr sz="6200" b="0" i="0" cap="all" spc="-9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99616" y="6453002"/>
            <a:ext cx="3494314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401614E-17BB-9D44-B180-0EDBEBAF555D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07536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63177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98093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0041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0" i="0" cap="none" spc="30" baseline="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5000"/>
              </a:lnSpc>
              <a:spcBef>
                <a:spcPts val="0"/>
              </a:spcBef>
              <a:buNone/>
              <a:defRPr sz="6200" b="0" i="0" cap="all" spc="-9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C14DAC9-792E-5F42-BFE6-5C2F60D90CF5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4677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Star">
            <a:extLst>
              <a:ext uri="{FF2B5EF4-FFF2-40B4-BE49-F238E27FC236}">
                <a16:creationId xmlns:a16="http://schemas.microsoft.com/office/drawing/2014/main" id="{10964672-E518-4D68-E636-8E6CE3F415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15022" y="630244"/>
            <a:ext cx="742942" cy="74294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4030" y="5475285"/>
            <a:ext cx="10911459" cy="747715"/>
          </a:xfrm>
        </p:spPr>
        <p:txBody>
          <a:bodyPr anchor="t">
            <a:normAutofit/>
          </a:bodyPr>
          <a:lstStyle>
            <a:lvl1pPr>
              <a:lnSpc>
                <a:spcPct val="105000"/>
              </a:lnSpc>
              <a:defRPr sz="1800" b="0" i="0" cap="none" spc="30" baseline="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7" y="1377942"/>
            <a:ext cx="10945317" cy="3350584"/>
          </a:xfrm>
        </p:spPr>
        <p:txBody>
          <a:bodyPr anchor="b">
            <a:normAutofit/>
          </a:bodyPr>
          <a:lstStyle>
            <a:lvl1pPr marL="164592" indent="-164592">
              <a:lnSpc>
                <a:spcPct val="85000"/>
              </a:lnSpc>
              <a:spcBef>
                <a:spcPts val="0"/>
              </a:spcBef>
              <a:buNone/>
              <a:defRPr sz="6200" b="0" i="0" cap="all" spc="-9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4030" y="6453002"/>
            <a:ext cx="3494314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204386B-8732-1647-8BAD-75995015164C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66092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1733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27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>
            <a:lvl1pPr>
              <a:lnSpc>
                <a:spcPct val="8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775" y="1825625"/>
            <a:ext cx="5181600" cy="4351338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228600" indent="0">
              <a:buNone/>
              <a:defRPr sz="1600">
                <a:solidFill>
                  <a:schemeClr val="tx2"/>
                </a:solidFill>
              </a:defRPr>
            </a:lvl2pPr>
            <a:lvl3pPr marL="457200" indent="0">
              <a:buNone/>
              <a:defRPr sz="1600">
                <a:solidFill>
                  <a:schemeClr val="tx2"/>
                </a:solidFill>
              </a:defRPr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228600" indent="0">
              <a:buNone/>
              <a:defRPr sz="1600">
                <a:solidFill>
                  <a:schemeClr val="tx2"/>
                </a:solidFill>
              </a:defRPr>
            </a:lvl2pPr>
            <a:lvl3pPr marL="457200" indent="0">
              <a:buNone/>
              <a:defRPr sz="1600">
                <a:solidFill>
                  <a:schemeClr val="tx2"/>
                </a:solidFill>
              </a:defRPr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534DE4-6EDC-8F43-9F5B-41CBFAD23001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168952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24593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224575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 2">
    <p:bg>
      <p:bgPr>
        <a:solidFill>
          <a:srgbClr val="F7E6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Line">
            <a:extLst>
              <a:ext uri="{FF2B5EF4-FFF2-40B4-BE49-F238E27FC236}">
                <a16:creationId xmlns:a16="http://schemas.microsoft.com/office/drawing/2014/main" id="{79111B7E-E65A-830F-BB87-73F66B7CA5C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4029" y="2477902"/>
            <a:ext cx="10367351" cy="365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634998"/>
            <a:ext cx="10367350" cy="1494476"/>
          </a:xfrm>
        </p:spPr>
        <p:txBody>
          <a:bodyPr anchor="b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4029" y="3242950"/>
            <a:ext cx="4714882" cy="2980050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solidFill>
                  <a:schemeClr val="tx2"/>
                </a:solidFill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86500" y="3242950"/>
            <a:ext cx="4714879" cy="2980050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solidFill>
                  <a:schemeClr val="tx2"/>
                </a:solidFill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56B0272-E495-D640-B781-3B45457E1DA4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16531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72172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074905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>
            <a:lvl1pPr>
              <a:defRPr>
                <a:solidFill>
                  <a:srgbClr val="01010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80000"/>
              </a:lnSpc>
              <a:buNone/>
              <a:defRPr sz="1800" b="1" i="0" cap="all" baseline="0">
                <a:solidFill>
                  <a:srgbClr val="010102"/>
                </a:solidFill>
                <a:latin typeface="Bahnschrift SemiBold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9600" y="2387600"/>
            <a:ext cx="5157788" cy="3763963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rgbClr val="010102"/>
                </a:solidFill>
              </a:defRPr>
            </a:lvl1pPr>
            <a:lvl2pPr marL="228600" indent="0">
              <a:buNone/>
              <a:defRPr sz="1600">
                <a:solidFill>
                  <a:srgbClr val="010102"/>
                </a:solidFill>
              </a:defRPr>
            </a:lvl2pPr>
            <a:lvl3pPr marL="457200" indent="0">
              <a:buNone/>
              <a:defRPr sz="1600">
                <a:solidFill>
                  <a:srgbClr val="010102"/>
                </a:solidFill>
              </a:defRPr>
            </a:lvl3pPr>
            <a:lvl4pPr>
              <a:defRPr>
                <a:solidFill>
                  <a:srgbClr val="010102"/>
                </a:solidFill>
              </a:defRPr>
            </a:lvl4pPr>
            <a:lvl5pPr>
              <a:defRPr>
                <a:solidFill>
                  <a:srgbClr val="01010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010102"/>
                </a:solidFill>
              </a:defRPr>
            </a:lvl1pPr>
          </a:lstStyle>
          <a:p>
            <a:fld id="{E350DE56-8A62-6F40-AE7B-B0F9151A9E56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80000"/>
              </a:lnSpc>
              <a:buNone/>
              <a:defRPr sz="1800" b="1" i="0" cap="all" baseline="0">
                <a:solidFill>
                  <a:srgbClr val="010102"/>
                </a:solidFill>
                <a:latin typeface="Bahnschrift SemiBold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387600"/>
            <a:ext cx="5183188" cy="3763963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rgbClr val="010102"/>
                </a:solidFill>
              </a:defRPr>
            </a:lvl1pPr>
            <a:lvl2pPr marL="228600" indent="0">
              <a:buNone/>
              <a:defRPr sz="1600">
                <a:solidFill>
                  <a:srgbClr val="010102"/>
                </a:solidFill>
              </a:defRPr>
            </a:lvl2pPr>
            <a:lvl3pPr marL="457200" indent="0">
              <a:buNone/>
              <a:defRPr sz="1600">
                <a:solidFill>
                  <a:srgbClr val="010102"/>
                </a:solidFill>
              </a:defRPr>
            </a:lvl3pPr>
            <a:lvl4pPr>
              <a:defRPr>
                <a:solidFill>
                  <a:srgbClr val="010102"/>
                </a:solidFill>
              </a:defRPr>
            </a:lvl4pPr>
            <a:lvl5pPr>
              <a:defRPr>
                <a:solidFill>
                  <a:srgbClr val="01010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01010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1010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357075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2646" y="6453002"/>
            <a:ext cx="3494314" cy="365125"/>
          </a:xfrm>
        </p:spPr>
        <p:txBody>
          <a:bodyPr/>
          <a:lstStyle/>
          <a:p>
            <a:fld id="{46682AE1-8259-C24A-83BD-5A5FC288291B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38910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>
            <a:extLst>
              <a:ext uri="{FF2B5EF4-FFF2-40B4-BE49-F238E27FC236}">
                <a16:creationId xmlns:a16="http://schemas.microsoft.com/office/drawing/2014/main" id="{B23EF8E9-A2B2-B24B-135E-39982FCD62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2646" y="6453002"/>
            <a:ext cx="3494314" cy="365125"/>
          </a:xfrm>
        </p:spPr>
        <p:txBody>
          <a:bodyPr/>
          <a:lstStyle/>
          <a:p>
            <a:fld id="{46682AE1-8259-C24A-83BD-5A5FC288291B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45A53FD7-649D-8E0C-2C23-3754DE89C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085041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724A0D48-05F5-C62C-79E6-2A12F35C1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4068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661411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Autofit/>
          </a:bodyPr>
          <a:lstStyle>
            <a:lvl1pPr>
              <a:defRPr sz="6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F898E-39A3-5247-ACCC-4612D441D188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800"/>
            </a:lvl2pPr>
            <a:lvl3pPr marL="457200" indent="0">
              <a:buNone/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90118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5759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0741623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7784"/>
            <a:ext cx="3595634" cy="2212313"/>
          </a:xfrm>
        </p:spPr>
        <p:txBody>
          <a:bodyPr anchor="t">
            <a:noAutofit/>
          </a:bodyPr>
          <a:lstStyle>
            <a:lvl1pPr>
              <a:defRPr sz="6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E0C54-D3DB-634E-9BB1-24B017BB8435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55778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94505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0146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292873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6" y="1847088"/>
            <a:ext cx="7342307" cy="1133856"/>
          </a:xfrm>
        </p:spPr>
        <p:txBody>
          <a:bodyPr anchor="b">
            <a:noAutofit/>
          </a:bodyPr>
          <a:lstStyle>
            <a:lvl1pPr>
              <a:defRPr sz="62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594099"/>
            <a:ext cx="10890374" cy="2743200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228600" indent="0">
              <a:buNone/>
              <a:defRPr sz="1600">
                <a:solidFill>
                  <a:schemeClr val="tx2"/>
                </a:solidFill>
              </a:defRPr>
            </a:lvl2pPr>
            <a:lvl3pPr marL="457200" indent="0">
              <a:buNone/>
              <a:defRPr sz="1600">
                <a:solidFill>
                  <a:schemeClr val="tx2"/>
                </a:solidFill>
              </a:defRPr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269383B-C5E1-4521-99A0-272118635CDC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18301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73942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69301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Autofit/>
          </a:bodyPr>
          <a:lstStyle>
            <a:lvl1pPr>
              <a:defRPr sz="94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228600" indent="0">
              <a:buNone/>
              <a:defRPr sz="2000"/>
            </a:lvl2pPr>
            <a:lvl3pPr marL="457200" indent="0">
              <a:buNone/>
              <a:defRPr sz="1800"/>
            </a:lvl3pPr>
            <a:lvl4pPr marL="685800" indent="0">
              <a:buNone/>
              <a:defRPr sz="16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BDDE702-1783-DE4C-A9FC-F2CC2D0D6874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1879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ine">
            <a:extLst>
              <a:ext uri="{FF2B5EF4-FFF2-40B4-BE49-F238E27FC236}">
                <a16:creationId xmlns:a16="http://schemas.microsoft.com/office/drawing/2014/main" id="{769E3541-74F7-52C9-B94C-5EA4CD71BC6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2776" y="3009004"/>
            <a:ext cx="10945188" cy="365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776" y="634998"/>
            <a:ext cx="10945188" cy="2059433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62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4029" y="3594099"/>
            <a:ext cx="10923935" cy="2628901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228600" indent="0">
              <a:buNone/>
              <a:defRPr sz="1600">
                <a:solidFill>
                  <a:schemeClr val="tx2"/>
                </a:solidFill>
              </a:defRPr>
            </a:lvl2pPr>
            <a:lvl3pPr marL="457200" indent="0">
              <a:buNone/>
              <a:defRPr sz="1600">
                <a:solidFill>
                  <a:schemeClr val="tx2"/>
                </a:solidFill>
              </a:defRPr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2776" y="6465447"/>
            <a:ext cx="3494314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269383B-C5E1-4521-99A0-272118635CDC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73116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8757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94641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4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5815" y="4362766"/>
            <a:ext cx="11042149" cy="1493518"/>
          </a:xfrm>
        </p:spPr>
        <p:txBody>
          <a:bodyPr anchor="ctr">
            <a:noAutofit/>
          </a:bodyPr>
          <a:lstStyle>
            <a:lvl1pPr algn="l">
              <a:defRPr sz="9400" b="0" i="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30" y="5856285"/>
            <a:ext cx="10923934" cy="366715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b="1" i="0">
                <a:solidFill>
                  <a:schemeClr val="tx2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31" name="Picture Placeholder 10">
            <a:extLst>
              <a:ext uri="{FF2B5EF4-FFF2-40B4-BE49-F238E27FC236}">
                <a16:creationId xmlns:a16="http://schemas.microsoft.com/office/drawing/2014/main" id="{006BDCE3-174A-5A48-70E5-1EF0F091545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-1" y="0"/>
            <a:ext cx="12192000" cy="3981766"/>
          </a:xfrm>
          <a:blipFill dpi="0" rotWithShape="1">
            <a:blip r:embed="rId2">
              <a:alphaModFix amt="60000"/>
            </a:blip>
            <a:srcRect/>
            <a:stretch>
              <a:fillRect t="-4626" b="-11783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C980E57-BB79-6C48-B673-A431A12C503C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8373116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28757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48654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63" Type="http://schemas.openxmlformats.org/officeDocument/2006/relationships/slideLayout" Target="../slideLayouts/slideLayout6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12647" y="6453002"/>
            <a:ext cx="3494314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 b="0" i="0" cap="all" spc="30" baseline="0">
                <a:solidFill>
                  <a:schemeClr val="tx2"/>
                </a:solidFill>
                <a:latin typeface="+mn-lt"/>
              </a:defRPr>
            </a:lvl1pPr>
          </a:lstStyle>
          <a:p>
            <a:fld id="{3C3B47DE-62A0-AF46-ADBD-5FB8AD4BE9DF}" type="datetime1">
              <a:rPr lang="en-US" smtClean="0"/>
              <a:pPr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85041" y="6453002"/>
            <a:ext cx="2805405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 b="0" i="0" cap="all" spc="30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40682" y="6453002"/>
            <a:ext cx="429207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 b="0" i="0" cap="all" spc="30" baseline="0">
                <a:solidFill>
                  <a:schemeClr val="tx2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803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24" r:id="rId1"/>
    <p:sldLayoutId id="2147484226" r:id="rId2"/>
    <p:sldLayoutId id="2147484228" r:id="rId3"/>
    <p:sldLayoutId id="2147484229" r:id="rId4"/>
    <p:sldLayoutId id="2147484230" r:id="rId5"/>
    <p:sldLayoutId id="2147484231" r:id="rId6"/>
    <p:sldLayoutId id="2147484233" r:id="rId7"/>
    <p:sldLayoutId id="2147484232" r:id="rId8"/>
    <p:sldLayoutId id="2147484234" r:id="rId9"/>
    <p:sldLayoutId id="2147484235" r:id="rId10"/>
    <p:sldLayoutId id="2147484236" r:id="rId11"/>
    <p:sldLayoutId id="2147484237" r:id="rId12"/>
    <p:sldLayoutId id="2147484238" r:id="rId13"/>
    <p:sldLayoutId id="2147484239" r:id="rId14"/>
    <p:sldLayoutId id="2147484240" r:id="rId15"/>
    <p:sldLayoutId id="2147484241" r:id="rId16"/>
    <p:sldLayoutId id="2147484242" r:id="rId17"/>
    <p:sldLayoutId id="2147484243" r:id="rId18"/>
    <p:sldLayoutId id="2147484245" r:id="rId19"/>
    <p:sldLayoutId id="2147484244" r:id="rId20"/>
    <p:sldLayoutId id="2147484227" r:id="rId21"/>
    <p:sldLayoutId id="2147484246" r:id="rId22"/>
    <p:sldLayoutId id="2147484247" r:id="rId23"/>
    <p:sldLayoutId id="2147484251" r:id="rId24"/>
    <p:sldLayoutId id="2147484252" r:id="rId25"/>
    <p:sldLayoutId id="2147484253" r:id="rId26"/>
    <p:sldLayoutId id="2147484254" r:id="rId27"/>
    <p:sldLayoutId id="2147484255" r:id="rId28"/>
    <p:sldLayoutId id="2147484256" r:id="rId29"/>
    <p:sldLayoutId id="2147484257" r:id="rId30"/>
    <p:sldLayoutId id="2147484258" r:id="rId31"/>
    <p:sldLayoutId id="2147484259" r:id="rId32"/>
    <p:sldLayoutId id="2147484260" r:id="rId33"/>
    <p:sldLayoutId id="2147484261" r:id="rId34"/>
    <p:sldLayoutId id="2147484262" r:id="rId35"/>
    <p:sldLayoutId id="2147484263" r:id="rId36"/>
    <p:sldLayoutId id="2147484264" r:id="rId37"/>
    <p:sldLayoutId id="2147484265" r:id="rId38"/>
    <p:sldLayoutId id="2147484248" r:id="rId39"/>
    <p:sldLayoutId id="2147484249" r:id="rId40"/>
    <p:sldLayoutId id="2147484250" r:id="rId41"/>
    <p:sldLayoutId id="2147484266" r:id="rId42"/>
    <p:sldLayoutId id="2147484268" r:id="rId43"/>
    <p:sldLayoutId id="2147484269" r:id="rId44"/>
    <p:sldLayoutId id="2147484267" r:id="rId45"/>
    <p:sldLayoutId id="2147484270" r:id="rId46"/>
    <p:sldLayoutId id="2147484271" r:id="rId47"/>
    <p:sldLayoutId id="2147484273" r:id="rId48"/>
    <p:sldLayoutId id="2147484272" r:id="rId49"/>
    <p:sldLayoutId id="2147484274" r:id="rId50"/>
    <p:sldLayoutId id="2147484275" r:id="rId51"/>
    <p:sldLayoutId id="2147484276" r:id="rId52"/>
    <p:sldLayoutId id="2147484277" r:id="rId53"/>
    <p:sldLayoutId id="2147484278" r:id="rId54"/>
    <p:sldLayoutId id="2147484279" r:id="rId55"/>
    <p:sldLayoutId id="2147484280" r:id="rId56"/>
    <p:sldLayoutId id="2147484281" r:id="rId57"/>
    <p:sldLayoutId id="2147484282" r:id="rId58"/>
    <p:sldLayoutId id="2147484283" r:id="rId59"/>
    <p:sldLayoutId id="2147484284" r:id="rId60"/>
    <p:sldLayoutId id="2147484285" r:id="rId61"/>
    <p:sldLayoutId id="2147484287" r:id="rId62"/>
    <p:sldLayoutId id="2147484286" r:id="rId63"/>
    <p:sldLayoutId id="2147484225" r:id="rId64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6200" b="0" i="0" kern="1200" cap="all" spc="-9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5000"/>
        </a:lnSpc>
        <a:spcBef>
          <a:spcPts val="1000"/>
        </a:spcBef>
        <a:buFont typeface="Arial" panose="020B0604020202020204" pitchFamily="34" charset="0"/>
        <a:buChar char="•"/>
        <a:defRPr sz="1800" b="0" i="0" kern="1200" spc="30" baseline="0">
          <a:solidFill>
            <a:schemeClr val="tx2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5000"/>
        </a:lnSpc>
        <a:spcBef>
          <a:spcPts val="500"/>
        </a:spcBef>
        <a:buFont typeface="Arial" panose="020B0604020202020204" pitchFamily="34" charset="0"/>
        <a:buChar char="•"/>
        <a:defRPr sz="1600" b="0" i="0" kern="1200" spc="30" baseline="0">
          <a:solidFill>
            <a:schemeClr val="tx2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5000"/>
        </a:lnSpc>
        <a:spcBef>
          <a:spcPts val="500"/>
        </a:spcBef>
        <a:buFont typeface="Arial" panose="020B0604020202020204" pitchFamily="34" charset="0"/>
        <a:buChar char="•"/>
        <a:defRPr sz="1400" b="0" i="0" kern="1200" spc="30" baseline="0">
          <a:solidFill>
            <a:schemeClr val="tx2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57989-07E4-B482-9F2A-EBF670F7FA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30" y="634044"/>
            <a:ext cx="10923934" cy="4227782"/>
          </a:xfrm>
        </p:spPr>
        <p:txBody>
          <a:bodyPr/>
          <a:lstStyle/>
          <a:p>
            <a:r>
              <a:rPr lang="sk-SK" noProof="0" dirty="0" err="1"/>
              <a:t>File</a:t>
            </a:r>
            <a:r>
              <a:rPr lang="sk-SK" noProof="0" dirty="0"/>
              <a:t> </a:t>
            </a:r>
            <a:r>
              <a:rPr lang="sk-SK" noProof="0" dirty="0" err="1"/>
              <a:t>organizer</a:t>
            </a:r>
            <a:endParaRPr lang="sk-SK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3CF5F8-0028-8636-5006-5D5C52B327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30" y="5856285"/>
            <a:ext cx="9424374" cy="365760"/>
          </a:xfrm>
        </p:spPr>
        <p:txBody>
          <a:bodyPr/>
          <a:lstStyle/>
          <a:p>
            <a:r>
              <a:rPr lang="sk-SK" noProof="0" dirty="0"/>
              <a:t>Matej </a:t>
            </a:r>
            <a:r>
              <a:rPr lang="sk-SK" noProof="0" dirty="0" err="1"/>
              <a:t>Petuchovský</a:t>
            </a:r>
            <a:endParaRPr lang="sk-SK" noProof="0" dirty="0"/>
          </a:p>
        </p:txBody>
      </p:sp>
    </p:spTree>
    <p:extLst>
      <p:ext uri="{BB962C8B-B14F-4D97-AF65-F5344CB8AC3E}">
        <p14:creationId xmlns:p14="http://schemas.microsoft.com/office/powerpoint/2010/main" val="1773831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4C8D1-3B60-ECB4-0BDA-5B2461569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AC8EC-FA71-A570-B0AD-B9ED285D7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483442"/>
            <a:ext cx="10653578" cy="1132258"/>
          </a:xfrm>
        </p:spPr>
        <p:txBody>
          <a:bodyPr/>
          <a:lstStyle/>
          <a:p>
            <a:r>
              <a:rPr lang="sk-SK" sz="6600" dirty="0"/>
              <a:t>OBSAH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1DED9AE-97FC-3FF4-CB76-E1ED734A044B}"/>
              </a:ext>
            </a:extLst>
          </p:cNvPr>
          <p:cNvSpPr txBox="1">
            <a:spLocks/>
          </p:cNvSpPr>
          <p:nvPr/>
        </p:nvSpPr>
        <p:spPr>
          <a:xfrm>
            <a:off x="612647" y="1944352"/>
            <a:ext cx="5157788" cy="37639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 spc="30" baseline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800" dirty="0">
                <a:solidFill>
                  <a:srgbClr val="010102"/>
                </a:solidFill>
              </a:rPr>
              <a:t>Definícia problematiky</a:t>
            </a:r>
            <a:endParaRPr lang="en-US" sz="1800" dirty="0">
              <a:solidFill>
                <a:srgbClr val="01010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800" dirty="0">
                <a:solidFill>
                  <a:srgbClr val="010102"/>
                </a:solidFill>
              </a:rPr>
              <a:t>Stanovenie cieľov</a:t>
            </a:r>
            <a:endParaRPr lang="en-US" sz="1800" dirty="0">
              <a:solidFill>
                <a:srgbClr val="01010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800" dirty="0">
                <a:solidFill>
                  <a:srgbClr val="010102"/>
                </a:solidFill>
              </a:rPr>
              <a:t>Vyber programovacieho jazyka</a:t>
            </a:r>
            <a:endParaRPr lang="en-US" sz="1800" dirty="0">
              <a:solidFill>
                <a:srgbClr val="01010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800" dirty="0">
                <a:solidFill>
                  <a:srgbClr val="010102"/>
                </a:solidFill>
              </a:rPr>
              <a:t>Základne funkcie</a:t>
            </a:r>
            <a:endParaRPr lang="en-US" sz="1800" dirty="0">
              <a:solidFill>
                <a:srgbClr val="01010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800" dirty="0">
                <a:solidFill>
                  <a:srgbClr val="010102"/>
                </a:solidFill>
              </a:rPr>
              <a:t>Zabezpečenie požiadaviek</a:t>
            </a:r>
            <a:endParaRPr lang="en-US" sz="1800" dirty="0">
              <a:solidFill>
                <a:srgbClr val="01010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800" dirty="0">
                <a:solidFill>
                  <a:srgbClr val="010102"/>
                </a:solidFill>
              </a:rPr>
              <a:t>Distribúcia a údržba projektu</a:t>
            </a:r>
            <a:endParaRPr lang="en-US" sz="1800" dirty="0">
              <a:solidFill>
                <a:srgbClr val="01010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>
              <a:solidFill>
                <a:srgbClr val="01010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sk-SK" sz="1800" dirty="0">
              <a:solidFill>
                <a:srgbClr val="010102"/>
              </a:solidFill>
            </a:endParaRP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916FDD3C-8571-AFF9-F1A4-C875154AF3BE}"/>
              </a:ext>
            </a:extLst>
          </p:cNvPr>
          <p:cNvSpPr txBox="1">
            <a:spLocks/>
          </p:cNvSpPr>
          <p:nvPr/>
        </p:nvSpPr>
        <p:spPr>
          <a:xfrm>
            <a:off x="612647" y="2244479"/>
            <a:ext cx="5157787" cy="5598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sk-SK" sz="2400" dirty="0"/>
          </a:p>
        </p:txBody>
      </p:sp>
    </p:spTree>
    <p:extLst>
      <p:ext uri="{BB962C8B-B14F-4D97-AF65-F5344CB8AC3E}">
        <p14:creationId xmlns:p14="http://schemas.microsoft.com/office/powerpoint/2010/main" val="33189957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5EA5E-F616-8DBC-8FD3-6E591DAD4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484631"/>
            <a:ext cx="10652760" cy="1133856"/>
          </a:xfrm>
        </p:spPr>
        <p:txBody>
          <a:bodyPr anchor="b" anchorCtr="0"/>
          <a:lstStyle/>
          <a:p>
            <a:r>
              <a:rPr lang="sk-SK" sz="6200" dirty="0">
                <a:solidFill>
                  <a:srgbClr val="F7E6D4"/>
                </a:solidFill>
              </a:rPr>
              <a:t>problematika</a:t>
            </a:r>
            <a:endParaRPr lang="en-US" sz="6200" dirty="0">
              <a:solidFill>
                <a:srgbClr val="F7E6D4"/>
              </a:solidFill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1BBFAD-9320-B149-E295-DAFFC4524C3A}"/>
              </a:ext>
            </a:extLst>
          </p:cNvPr>
          <p:cNvSpPr txBox="1">
            <a:spLocks/>
          </p:cNvSpPr>
          <p:nvPr/>
        </p:nvSpPr>
        <p:spPr>
          <a:xfrm>
            <a:off x="634028" y="2324251"/>
            <a:ext cx="5157787" cy="5598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k-SK" sz="2400" dirty="0">
                <a:solidFill>
                  <a:srgbClr val="F7E6D4"/>
                </a:solidFill>
              </a:rPr>
              <a:t>Súborový systém</a:t>
            </a:r>
            <a:endParaRPr lang="en-GB" sz="2400" dirty="0">
              <a:solidFill>
                <a:srgbClr val="F7E6D4"/>
              </a:solidFill>
            </a:endParaRP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792E38E-D1C8-7D61-D717-4CC1CAA22451}"/>
              </a:ext>
            </a:extLst>
          </p:cNvPr>
          <p:cNvSpPr txBox="1">
            <a:spLocks/>
          </p:cNvSpPr>
          <p:nvPr/>
        </p:nvSpPr>
        <p:spPr>
          <a:xfrm>
            <a:off x="634028" y="3315952"/>
            <a:ext cx="5157788" cy="37639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 spc="30" baseline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800" dirty="0">
                <a:solidFill>
                  <a:srgbClr val="F7E6D4"/>
                </a:solidFill>
              </a:rPr>
              <a:t>veľké množstvo súborov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800" dirty="0">
                <a:solidFill>
                  <a:srgbClr val="F7E6D4"/>
                </a:solidFill>
              </a:rPr>
              <a:t>zložitá súborová štruktúra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800" dirty="0">
                <a:solidFill>
                  <a:srgbClr val="F7E6D4"/>
                </a:solidFill>
              </a:rPr>
              <a:t>nepotrebné súbory </a:t>
            </a:r>
            <a:r>
              <a:rPr lang="en-US" sz="1800" dirty="0">
                <a:solidFill>
                  <a:srgbClr val="F7E6D4"/>
                </a:solidFill>
              </a:rPr>
              <a:t>(logy,  cache a t.</a:t>
            </a:r>
            <a:r>
              <a:rPr lang="sk-SK" sz="1800" dirty="0">
                <a:solidFill>
                  <a:srgbClr val="F7E6D4"/>
                </a:solidFill>
              </a:rPr>
              <a:t>ď</a:t>
            </a:r>
            <a:r>
              <a:rPr lang="en-US" sz="1800" dirty="0">
                <a:solidFill>
                  <a:srgbClr val="F7E6D4"/>
                </a:solidFill>
              </a:rPr>
              <a:t>.)</a:t>
            </a:r>
            <a:endParaRPr lang="en-GB" sz="1800" dirty="0">
              <a:solidFill>
                <a:srgbClr val="F7E6D4"/>
              </a:solidFill>
            </a:endParaRP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98C31FE-FDDF-F77C-D6CB-563F986B5265}"/>
              </a:ext>
            </a:extLst>
          </p:cNvPr>
          <p:cNvSpPr txBox="1">
            <a:spLocks/>
          </p:cNvSpPr>
          <p:nvPr/>
        </p:nvSpPr>
        <p:spPr>
          <a:xfrm>
            <a:off x="6196628" y="2324251"/>
            <a:ext cx="5183188" cy="5598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k-SK" sz="2400" dirty="0">
                <a:solidFill>
                  <a:srgbClr val="F7E6D4"/>
                </a:solidFill>
              </a:rPr>
              <a:t>Existujúce CLI nástroje</a:t>
            </a:r>
            <a:endParaRPr lang="en-GB" sz="2400" dirty="0">
              <a:solidFill>
                <a:srgbClr val="F7E6D4"/>
              </a:solidFill>
            </a:endParaRP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422B4E83-3C28-6FF0-8B01-6AAC34DF0B23}"/>
              </a:ext>
            </a:extLst>
          </p:cNvPr>
          <p:cNvSpPr txBox="1">
            <a:spLocks/>
          </p:cNvSpPr>
          <p:nvPr/>
        </p:nvSpPr>
        <p:spPr>
          <a:xfrm>
            <a:off x="6196628" y="3315952"/>
            <a:ext cx="5183188" cy="376396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/>
            <a:r>
              <a:rPr lang="sk-SK" dirty="0">
                <a:solidFill>
                  <a:srgbClr val="F7E6D4"/>
                </a:solidFill>
              </a:rPr>
              <a:t>jedno úlohové</a:t>
            </a:r>
          </a:p>
          <a:p>
            <a:pPr marL="285750" indent="-285750"/>
            <a:r>
              <a:rPr lang="sk-SK" dirty="0">
                <a:solidFill>
                  <a:srgbClr val="F7E6D4"/>
                </a:solidFill>
              </a:rPr>
              <a:t>komplikované pre bežného používateľa</a:t>
            </a:r>
            <a:endParaRPr lang="en-GB" dirty="0">
              <a:solidFill>
                <a:srgbClr val="F7E6D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189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19A16-1916-B2EA-EF42-713DC40A6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483442"/>
            <a:ext cx="10653578" cy="1132258"/>
          </a:xfrm>
        </p:spPr>
        <p:txBody>
          <a:bodyPr/>
          <a:lstStyle/>
          <a:p>
            <a:r>
              <a:rPr lang="sk-SK" sz="6600" dirty="0"/>
              <a:t>Cieľ práce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28CC585-B435-40A3-7163-B413B8C3B345}"/>
              </a:ext>
            </a:extLst>
          </p:cNvPr>
          <p:cNvSpPr txBox="1">
            <a:spLocks/>
          </p:cNvSpPr>
          <p:nvPr/>
        </p:nvSpPr>
        <p:spPr>
          <a:xfrm>
            <a:off x="612647" y="2324251"/>
            <a:ext cx="5157787" cy="5598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k-SK" sz="2400" dirty="0">
                <a:solidFill>
                  <a:srgbClr val="010102"/>
                </a:solidFill>
              </a:rPr>
              <a:t>Základne úlohy</a:t>
            </a:r>
            <a:endParaRPr lang="en-GB" sz="2400" dirty="0">
              <a:solidFill>
                <a:srgbClr val="010102"/>
              </a:solidFill>
            </a:endParaRP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1D3BE25-1D2F-CCBC-D782-9F3152C55A1E}"/>
              </a:ext>
            </a:extLst>
          </p:cNvPr>
          <p:cNvSpPr txBox="1">
            <a:spLocks/>
          </p:cNvSpPr>
          <p:nvPr/>
        </p:nvSpPr>
        <p:spPr>
          <a:xfrm>
            <a:off x="634027" y="3315952"/>
            <a:ext cx="5157788" cy="25411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 spc="30" baseline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800" dirty="0">
                <a:solidFill>
                  <a:srgbClr val="010102"/>
                </a:solidFill>
              </a:rPr>
              <a:t>organizácia súborov v adresári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800" dirty="0">
                <a:solidFill>
                  <a:srgbClr val="010102"/>
                </a:solidFill>
              </a:rPr>
              <a:t>vlastný CLI nástroj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800" dirty="0">
                <a:solidFill>
                  <a:srgbClr val="010102"/>
                </a:solidFill>
              </a:rPr>
              <a:t>multiplatformová implementácia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800" dirty="0">
                <a:solidFill>
                  <a:srgbClr val="010102"/>
                </a:solidFill>
              </a:rPr>
              <a:t>úzko zamerané riešenie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800" dirty="0">
                <a:solidFill>
                  <a:srgbClr val="010102"/>
                </a:solidFill>
              </a:rPr>
              <a:t>jedna úloha = jedno spustenie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EBDACDE5-BC14-8B17-7353-2DC1590941FA}"/>
              </a:ext>
            </a:extLst>
          </p:cNvPr>
          <p:cNvSpPr txBox="1">
            <a:spLocks/>
          </p:cNvSpPr>
          <p:nvPr/>
        </p:nvSpPr>
        <p:spPr>
          <a:xfrm>
            <a:off x="6175247" y="2244479"/>
            <a:ext cx="5183188" cy="5598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>
                <a:solidFill>
                  <a:srgbClr val="010102"/>
                </a:solidFill>
              </a:rPr>
              <a:t>Po</a:t>
            </a:r>
            <a:r>
              <a:rPr lang="sk-SK" sz="2400" dirty="0" err="1">
                <a:solidFill>
                  <a:srgbClr val="010102"/>
                </a:solidFill>
              </a:rPr>
              <a:t>židavky</a:t>
            </a:r>
            <a:endParaRPr lang="en-GB" sz="2400" dirty="0">
              <a:solidFill>
                <a:srgbClr val="010102"/>
              </a:solidFill>
            </a:endParaRP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25C467B1-5A00-EC03-B2E0-6B4C89456818}"/>
              </a:ext>
            </a:extLst>
          </p:cNvPr>
          <p:cNvSpPr txBox="1">
            <a:spLocks/>
          </p:cNvSpPr>
          <p:nvPr/>
        </p:nvSpPr>
        <p:spPr>
          <a:xfrm>
            <a:off x="6096000" y="3315952"/>
            <a:ext cx="5183188" cy="376396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/>
            <a:r>
              <a:rPr lang="sk-SK" dirty="0"/>
              <a:t>rýchlosť</a:t>
            </a:r>
          </a:p>
          <a:p>
            <a:pPr marL="285750" indent="-285750"/>
            <a:r>
              <a:rPr lang="sk-SK" dirty="0"/>
              <a:t>jednoduchosť v použití</a:t>
            </a:r>
          </a:p>
          <a:p>
            <a:pPr marL="285750" indent="-285750"/>
            <a:r>
              <a:rPr lang="sk-SK" dirty="0"/>
              <a:t>bezpečnosť</a:t>
            </a:r>
          </a:p>
          <a:p>
            <a:pPr marL="285750" indent="-285750"/>
            <a:r>
              <a:rPr lang="sk-SK" dirty="0"/>
              <a:t>spoľahlivosť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891B6A25-AB16-F326-23C2-96B6BA9D1A48}"/>
              </a:ext>
            </a:extLst>
          </p:cNvPr>
          <p:cNvSpPr txBox="1">
            <a:spLocks/>
          </p:cNvSpPr>
          <p:nvPr/>
        </p:nvSpPr>
        <p:spPr>
          <a:xfrm>
            <a:off x="612647" y="2244479"/>
            <a:ext cx="5157787" cy="5598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sk-SK" sz="2400" dirty="0"/>
          </a:p>
        </p:txBody>
      </p:sp>
    </p:spTree>
    <p:extLst>
      <p:ext uri="{BB962C8B-B14F-4D97-AF65-F5344CB8AC3E}">
        <p14:creationId xmlns:p14="http://schemas.microsoft.com/office/powerpoint/2010/main" val="9924771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FE863-4AB7-0376-99B3-4F1FD03FFE7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2743200"/>
            <a:ext cx="6135624" cy="4489704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800" dirty="0">
                <a:solidFill>
                  <a:srgbClr val="F7E6D4"/>
                </a:solidFill>
              </a:rPr>
              <a:t>vysoký výkon</a:t>
            </a:r>
            <a:endParaRPr lang="ru-RU" sz="1800" dirty="0">
              <a:solidFill>
                <a:srgbClr val="F7E6D4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800" dirty="0"/>
              <a:t>pamäťová bezpečnosť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800" dirty="0">
                <a:solidFill>
                  <a:srgbClr val="F7E6D4"/>
                </a:solidFill>
              </a:rPr>
              <a:t>spoľahlivosť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800" dirty="0"/>
              <a:t>dobrý</a:t>
            </a:r>
            <a:r>
              <a:rPr lang="en-GB" sz="1800" dirty="0"/>
              <a:t> CLI </a:t>
            </a:r>
            <a:r>
              <a:rPr lang="sk-SK" sz="1800" dirty="0"/>
              <a:t>ekosystém</a:t>
            </a:r>
            <a:endParaRPr lang="en-GB" sz="1400" dirty="0">
              <a:solidFill>
                <a:srgbClr val="F7E6D4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1AD5369-24A8-82F1-AA5E-5B1D769B0223}"/>
              </a:ext>
            </a:extLst>
          </p:cNvPr>
          <p:cNvSpPr txBox="1">
            <a:spLocks/>
          </p:cNvSpPr>
          <p:nvPr/>
        </p:nvSpPr>
        <p:spPr>
          <a:xfrm>
            <a:off x="612647" y="484631"/>
            <a:ext cx="10652760" cy="1133856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6200" b="0" i="0" kern="1200" cap="all" spc="-90" baseline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k-SK" dirty="0" err="1"/>
              <a:t>rust</a:t>
            </a:r>
            <a:endParaRPr lang="en-US" dirty="0">
              <a:solidFill>
                <a:srgbClr val="F7E6D4"/>
              </a:solidFill>
            </a:endParaRPr>
          </a:p>
        </p:txBody>
      </p:sp>
      <p:pic>
        <p:nvPicPr>
          <p:cNvPr id="3076" name="Picture 4" descr="Rust - Programming language for safety and speed? | Build From Zero">
            <a:extLst>
              <a:ext uri="{FF2B5EF4-FFF2-40B4-BE49-F238E27FC236}">
                <a16:creationId xmlns:a16="http://schemas.microsoft.com/office/drawing/2014/main" id="{EE2BA2C0-D773-825D-E683-D34909AA4BAA}"/>
              </a:ext>
            </a:extLst>
          </p:cNvPr>
          <p:cNvPicPr>
            <a:picLocks noGrp="1" noChangeAspect="1" noChangeArrowheads="1"/>
          </p:cNvPicPr>
          <p:nvPr>
            <p:ph type="pic" sz="quarter" idx="18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89" r="16389"/>
          <a:stretch>
            <a:fillRect/>
          </a:stretch>
        </p:blipFill>
        <p:spPr bwMode="auto">
          <a:xfrm>
            <a:off x="5276850" y="0"/>
            <a:ext cx="69151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80D1B5B-4873-3C8A-2C2A-A446F34EAD2C}"/>
              </a:ext>
            </a:extLst>
          </p:cNvPr>
          <p:cNvSpPr txBox="1"/>
          <p:nvPr/>
        </p:nvSpPr>
        <p:spPr>
          <a:xfrm>
            <a:off x="476250" y="5517081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F7E6D4"/>
                </a:solidFill>
              </a:rPr>
              <a:t>Python → </a:t>
            </a:r>
            <a:r>
              <a:rPr lang="sk-SK" dirty="0">
                <a:solidFill>
                  <a:srgbClr val="F7E6D4"/>
                </a:solidFill>
              </a:rPr>
              <a:t>pomalší, nespoľahlivý</a:t>
            </a:r>
            <a:endParaRPr lang="en-GB" dirty="0">
              <a:solidFill>
                <a:srgbClr val="F7E6D4"/>
              </a:solidFill>
            </a:endParaRPr>
          </a:p>
          <a:p>
            <a:r>
              <a:rPr lang="en-GB" dirty="0">
                <a:solidFill>
                  <a:srgbClr val="F7E6D4"/>
                </a:solidFill>
              </a:rPr>
              <a:t>C → </a:t>
            </a:r>
            <a:r>
              <a:rPr lang="sk-SK" dirty="0">
                <a:solidFill>
                  <a:srgbClr val="F7E6D4"/>
                </a:solidFill>
              </a:rPr>
              <a:t>výkonnejší, rizikový</a:t>
            </a:r>
            <a:endParaRPr lang="en-GB" dirty="0">
              <a:solidFill>
                <a:srgbClr val="F7E6D4"/>
              </a:solidFill>
            </a:endParaRP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1D4BF27C-7140-1FD4-5A07-DD0E21140430}"/>
              </a:ext>
            </a:extLst>
          </p:cNvPr>
          <p:cNvSpPr txBox="1">
            <a:spLocks/>
          </p:cNvSpPr>
          <p:nvPr/>
        </p:nvSpPr>
        <p:spPr>
          <a:xfrm>
            <a:off x="612647" y="1983942"/>
            <a:ext cx="5157787" cy="5598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k-SK" sz="2400" dirty="0">
                <a:solidFill>
                  <a:srgbClr val="F7E6D4"/>
                </a:solidFill>
              </a:rPr>
              <a:t>Výhody</a:t>
            </a:r>
            <a:endParaRPr lang="en-GB" sz="2400" dirty="0">
              <a:solidFill>
                <a:srgbClr val="F7E6D4"/>
              </a:solidFill>
            </a:endParaRP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AFEB0DC-DA16-A11D-BB9C-DCE3CACD968C}"/>
              </a:ext>
            </a:extLst>
          </p:cNvPr>
          <p:cNvSpPr txBox="1">
            <a:spLocks/>
          </p:cNvSpPr>
          <p:nvPr/>
        </p:nvSpPr>
        <p:spPr>
          <a:xfrm>
            <a:off x="476250" y="4757823"/>
            <a:ext cx="5157787" cy="5598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k-SK" sz="2400" dirty="0">
                <a:solidFill>
                  <a:srgbClr val="F7E6D4"/>
                </a:solidFill>
              </a:rPr>
              <a:t>Porovnanie</a:t>
            </a:r>
            <a:endParaRPr lang="en-GB" sz="2400" dirty="0">
              <a:solidFill>
                <a:srgbClr val="F7E6D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9287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73048-345C-129C-18DE-C295C36F5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1B2EE-D829-FA9F-152C-3332C1462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vyhľadávanie</a:t>
            </a:r>
            <a:endParaRPr lang="en-GB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F428F01-C5E4-40D3-B650-B936630B9740}"/>
              </a:ext>
            </a:extLst>
          </p:cNvPr>
          <p:cNvSpPr txBox="1">
            <a:spLocks/>
          </p:cNvSpPr>
          <p:nvPr/>
        </p:nvSpPr>
        <p:spPr>
          <a:xfrm>
            <a:off x="634028" y="2324251"/>
            <a:ext cx="5157787" cy="5598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k-SK" sz="2400" dirty="0">
                <a:solidFill>
                  <a:schemeClr val="tx1"/>
                </a:solidFill>
              </a:rPr>
              <a:t>Súborový systém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C77BD32-C46C-3808-EDF4-BC7DBA40535D}"/>
              </a:ext>
            </a:extLst>
          </p:cNvPr>
          <p:cNvSpPr txBox="1">
            <a:spLocks/>
          </p:cNvSpPr>
          <p:nvPr/>
        </p:nvSpPr>
        <p:spPr>
          <a:xfrm>
            <a:off x="634028" y="3429000"/>
            <a:ext cx="5157788" cy="37639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 spc="30" baseline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800" noProof="0" dirty="0">
                <a:solidFill>
                  <a:schemeClr val="tx1"/>
                </a:solidFill>
              </a:rPr>
              <a:t>rekurzívny</a:t>
            </a:r>
            <a:r>
              <a:rPr lang="en-GB" sz="1800" dirty="0">
                <a:solidFill>
                  <a:schemeClr val="tx1"/>
                </a:solidFill>
              </a:rPr>
              <a:t> </a:t>
            </a:r>
            <a:r>
              <a:rPr lang="en-GB" sz="1800" dirty="0" err="1">
                <a:solidFill>
                  <a:schemeClr val="tx1"/>
                </a:solidFill>
              </a:rPr>
              <a:t>režim</a:t>
            </a:r>
            <a:endParaRPr lang="en-GB" sz="18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 err="1">
                <a:solidFill>
                  <a:schemeClr val="tx1"/>
                </a:solidFill>
              </a:rPr>
              <a:t>nerekurzívny</a:t>
            </a:r>
            <a:r>
              <a:rPr lang="en-GB" sz="1800" dirty="0">
                <a:solidFill>
                  <a:schemeClr val="tx1"/>
                </a:solidFill>
              </a:rPr>
              <a:t> </a:t>
            </a:r>
            <a:r>
              <a:rPr lang="en-GB" sz="1800" dirty="0" err="1">
                <a:solidFill>
                  <a:schemeClr val="tx1"/>
                </a:solidFill>
              </a:rPr>
              <a:t>režim</a:t>
            </a:r>
            <a:endParaRPr lang="en-GB" sz="18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 err="1">
                <a:solidFill>
                  <a:schemeClr val="tx1"/>
                </a:solidFill>
              </a:rPr>
              <a:t>práca</a:t>
            </a:r>
            <a:r>
              <a:rPr lang="en-GB" sz="1800" dirty="0">
                <a:solidFill>
                  <a:schemeClr val="tx1"/>
                </a:solidFill>
              </a:rPr>
              <a:t> so </a:t>
            </a:r>
            <a:r>
              <a:rPr lang="en-GB" sz="1800" dirty="0" err="1">
                <a:solidFill>
                  <a:schemeClr val="tx1"/>
                </a:solidFill>
              </a:rPr>
              <a:t>skrytými</a:t>
            </a:r>
            <a:r>
              <a:rPr lang="en-GB" sz="1800" dirty="0">
                <a:solidFill>
                  <a:schemeClr val="tx1"/>
                </a:solidFill>
              </a:rPr>
              <a:t> </a:t>
            </a:r>
            <a:r>
              <a:rPr lang="en-GB" sz="1800" dirty="0" err="1">
                <a:solidFill>
                  <a:schemeClr val="tx1"/>
                </a:solidFill>
              </a:rPr>
              <a:t>súbormi</a:t>
            </a:r>
            <a:endParaRPr lang="en-GB" sz="1800" dirty="0">
              <a:solidFill>
                <a:schemeClr val="tx1"/>
              </a:solidFill>
            </a:endParaRP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B91453DA-1D10-966C-C3A1-85877C239EC1}"/>
              </a:ext>
            </a:extLst>
          </p:cNvPr>
          <p:cNvSpPr txBox="1">
            <a:spLocks/>
          </p:cNvSpPr>
          <p:nvPr/>
        </p:nvSpPr>
        <p:spPr>
          <a:xfrm>
            <a:off x="6196628" y="2324251"/>
            <a:ext cx="5183188" cy="5598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k-SK" sz="2400" dirty="0">
                <a:solidFill>
                  <a:schemeClr val="tx1"/>
                </a:solidFill>
              </a:rPr>
              <a:t>Filtri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CF729CB-06D6-0A06-B202-9A83C8150612}"/>
              </a:ext>
            </a:extLst>
          </p:cNvPr>
          <p:cNvSpPr txBox="1">
            <a:spLocks/>
          </p:cNvSpPr>
          <p:nvPr/>
        </p:nvSpPr>
        <p:spPr>
          <a:xfrm>
            <a:off x="6196628" y="3315952"/>
            <a:ext cx="5183188" cy="376396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sk-SK" dirty="0">
                <a:solidFill>
                  <a:schemeClr val="tx1"/>
                </a:solidFill>
              </a:rPr>
              <a:t>p</a:t>
            </a:r>
            <a:r>
              <a:rPr lang="en-GB" dirty="0" err="1">
                <a:solidFill>
                  <a:schemeClr val="tx1"/>
                </a:solidFill>
              </a:rPr>
              <a:t>odľa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mena</a:t>
            </a:r>
            <a:endParaRPr lang="en-GB" dirty="0">
              <a:solidFill>
                <a:schemeClr val="tx1"/>
              </a:solidFill>
            </a:endParaRPr>
          </a:p>
          <a:p>
            <a:r>
              <a:rPr lang="en-GB" dirty="0" err="1">
                <a:solidFill>
                  <a:schemeClr val="tx1"/>
                </a:solidFill>
              </a:rPr>
              <a:t>podľa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veľkosti</a:t>
            </a:r>
            <a:endParaRPr lang="en-GB" dirty="0">
              <a:solidFill>
                <a:schemeClr val="tx1"/>
              </a:solidFill>
            </a:endParaRPr>
          </a:p>
          <a:p>
            <a:r>
              <a:rPr lang="sk-SK" dirty="0">
                <a:solidFill>
                  <a:schemeClr val="tx1"/>
                </a:solidFill>
              </a:rPr>
              <a:t>p</a:t>
            </a:r>
            <a:r>
              <a:rPr lang="en-GB" dirty="0" err="1">
                <a:solidFill>
                  <a:schemeClr val="tx1"/>
                </a:solidFill>
              </a:rPr>
              <a:t>odľa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prípony</a:t>
            </a:r>
            <a:endParaRPr lang="en-GB" dirty="0">
              <a:solidFill>
                <a:schemeClr val="tx1"/>
              </a:solidFill>
            </a:endParaRPr>
          </a:p>
          <a:p>
            <a:r>
              <a:rPr lang="en-GB" dirty="0" err="1">
                <a:solidFill>
                  <a:schemeClr val="tx1"/>
                </a:solidFill>
              </a:rPr>
              <a:t>podľa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dátumu</a:t>
            </a:r>
            <a:endParaRPr lang="sk-SK" dirty="0">
              <a:solidFill>
                <a:schemeClr val="tx1"/>
              </a:solidFill>
            </a:endParaRPr>
          </a:p>
          <a:p>
            <a:r>
              <a:rPr lang="sk-SK" dirty="0" err="1">
                <a:solidFill>
                  <a:schemeClr val="tx1"/>
                </a:solidFill>
              </a:rPr>
              <a:t>regex</a:t>
            </a:r>
            <a:r>
              <a:rPr lang="sk-SK" dirty="0">
                <a:solidFill>
                  <a:schemeClr val="tx1"/>
                </a:solidFill>
              </a:rPr>
              <a:t> podpora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9770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B4874-246E-939C-9136-FC36CAFBE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751DD-3F4F-EC88-FCED-7F1A9DF92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484631"/>
            <a:ext cx="10652760" cy="1133856"/>
          </a:xfrm>
        </p:spPr>
        <p:txBody>
          <a:bodyPr anchor="b" anchorCtr="0"/>
          <a:lstStyle/>
          <a:p>
            <a:r>
              <a:rPr lang="en-US" sz="6600" dirty="0" err="1"/>
              <a:t>sortovanie</a:t>
            </a:r>
            <a:endParaRPr lang="en-US" sz="6200" dirty="0">
              <a:solidFill>
                <a:srgbClr val="F7E6D4"/>
              </a:solidFill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AB67C9BF-AF84-62C4-2EE8-60B25BDF977C}"/>
              </a:ext>
            </a:extLst>
          </p:cNvPr>
          <p:cNvSpPr txBox="1">
            <a:spLocks/>
          </p:cNvSpPr>
          <p:nvPr/>
        </p:nvSpPr>
        <p:spPr>
          <a:xfrm>
            <a:off x="634028" y="2324251"/>
            <a:ext cx="5157787" cy="5598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k-SK" sz="2400" dirty="0">
                <a:solidFill>
                  <a:srgbClr val="F7E6D4"/>
                </a:solidFill>
              </a:rPr>
              <a:t>Režimy</a:t>
            </a:r>
            <a:endParaRPr lang="en-GB" sz="2400" dirty="0">
              <a:solidFill>
                <a:srgbClr val="F7E6D4"/>
              </a:solidFill>
            </a:endParaRP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FCC1CD11-FBB4-7BC6-DD4C-6BAD2F45ADE7}"/>
              </a:ext>
            </a:extLst>
          </p:cNvPr>
          <p:cNvSpPr txBox="1">
            <a:spLocks/>
          </p:cNvSpPr>
          <p:nvPr/>
        </p:nvSpPr>
        <p:spPr>
          <a:xfrm>
            <a:off x="634028" y="3307936"/>
            <a:ext cx="5157788" cy="347592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 spc="30" baseline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 err="1"/>
              <a:t>obyčajné</a:t>
            </a:r>
            <a:r>
              <a:rPr lang="en-GB" sz="1800" dirty="0"/>
              <a:t> </a:t>
            </a:r>
            <a:r>
              <a:rPr lang="en-GB" sz="1800" dirty="0" err="1"/>
              <a:t>sortovanie</a:t>
            </a:r>
            <a:endParaRPr lang="en-GB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 err="1"/>
              <a:t>rekurzívne</a:t>
            </a:r>
            <a:r>
              <a:rPr lang="en-GB" sz="1800" dirty="0"/>
              <a:t> </a:t>
            </a:r>
            <a:r>
              <a:rPr lang="en-GB" sz="1800" dirty="0" err="1"/>
              <a:t>sortovanie</a:t>
            </a:r>
            <a:endParaRPr lang="en-GB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k-SK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 err="1"/>
              <a:t>presun</a:t>
            </a:r>
            <a:r>
              <a:rPr lang="en-GB" sz="1800" dirty="0"/>
              <a:t> </a:t>
            </a:r>
            <a:r>
              <a:rPr lang="en-GB" sz="1800" dirty="0" err="1"/>
              <a:t>súborov</a:t>
            </a:r>
            <a:endParaRPr lang="en-GB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 err="1"/>
              <a:t>kopírovanie</a:t>
            </a:r>
            <a:r>
              <a:rPr lang="en-GB" sz="1800" dirty="0"/>
              <a:t> </a:t>
            </a:r>
            <a:r>
              <a:rPr lang="en-GB" sz="1800" dirty="0" err="1"/>
              <a:t>súborov</a:t>
            </a:r>
            <a:endParaRPr lang="en-GB" sz="1800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B713EF9B-D4D2-DF55-0486-4DB23200543B}"/>
              </a:ext>
            </a:extLst>
          </p:cNvPr>
          <p:cNvSpPr txBox="1">
            <a:spLocks/>
          </p:cNvSpPr>
          <p:nvPr/>
        </p:nvSpPr>
        <p:spPr>
          <a:xfrm>
            <a:off x="6196628" y="2324251"/>
            <a:ext cx="5183188" cy="5598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k-SK" sz="2400" dirty="0">
                <a:solidFill>
                  <a:srgbClr val="F7E6D4"/>
                </a:solidFill>
              </a:rPr>
              <a:t>T</a:t>
            </a:r>
            <a:r>
              <a:rPr lang="en-GB" sz="2400" dirty="0" err="1">
                <a:solidFill>
                  <a:srgbClr val="F7E6D4"/>
                </a:solidFill>
              </a:rPr>
              <a:t>riedeni</a:t>
            </a:r>
            <a:endParaRPr lang="en-GB" sz="2400" dirty="0">
              <a:solidFill>
                <a:srgbClr val="F7E6D4"/>
              </a:solidFill>
            </a:endParaRP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B0CC1FD-B52C-F69B-1F6C-48474C8E3A82}"/>
              </a:ext>
            </a:extLst>
          </p:cNvPr>
          <p:cNvSpPr txBox="1">
            <a:spLocks/>
          </p:cNvSpPr>
          <p:nvPr/>
        </p:nvSpPr>
        <p:spPr>
          <a:xfrm>
            <a:off x="6196628" y="3315952"/>
            <a:ext cx="5183188" cy="376396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 err="1">
                <a:solidFill>
                  <a:srgbClr val="F7E6D4"/>
                </a:solidFill>
              </a:rPr>
              <a:t>podľa</a:t>
            </a:r>
            <a:r>
              <a:rPr lang="en-GB" dirty="0">
                <a:solidFill>
                  <a:srgbClr val="F7E6D4"/>
                </a:solidFill>
              </a:rPr>
              <a:t> </a:t>
            </a:r>
            <a:r>
              <a:rPr lang="en-GB" dirty="0" err="1">
                <a:solidFill>
                  <a:srgbClr val="F7E6D4"/>
                </a:solidFill>
              </a:rPr>
              <a:t>veľkosti</a:t>
            </a:r>
            <a:endParaRPr lang="en-GB" dirty="0">
              <a:solidFill>
                <a:srgbClr val="F7E6D4"/>
              </a:solidFill>
            </a:endParaRPr>
          </a:p>
          <a:p>
            <a:r>
              <a:rPr lang="en-GB" dirty="0" err="1">
                <a:solidFill>
                  <a:srgbClr val="F7E6D4"/>
                </a:solidFill>
              </a:rPr>
              <a:t>podľa</a:t>
            </a:r>
            <a:r>
              <a:rPr lang="en-GB" dirty="0">
                <a:solidFill>
                  <a:srgbClr val="F7E6D4"/>
                </a:solidFill>
              </a:rPr>
              <a:t> </a:t>
            </a:r>
            <a:r>
              <a:rPr lang="en-GB" dirty="0" err="1">
                <a:solidFill>
                  <a:srgbClr val="F7E6D4"/>
                </a:solidFill>
              </a:rPr>
              <a:t>dátumu</a:t>
            </a:r>
            <a:endParaRPr lang="en-GB" dirty="0">
              <a:solidFill>
                <a:srgbClr val="F7E6D4"/>
              </a:solidFill>
            </a:endParaRPr>
          </a:p>
          <a:p>
            <a:r>
              <a:rPr lang="en-GB" dirty="0" err="1">
                <a:solidFill>
                  <a:srgbClr val="F7E6D4"/>
                </a:solidFill>
              </a:rPr>
              <a:t>podľa</a:t>
            </a:r>
            <a:r>
              <a:rPr lang="en-GB" dirty="0">
                <a:solidFill>
                  <a:srgbClr val="F7E6D4"/>
                </a:solidFill>
              </a:rPr>
              <a:t> </a:t>
            </a:r>
            <a:r>
              <a:rPr lang="en-GB" dirty="0" err="1">
                <a:solidFill>
                  <a:srgbClr val="F7E6D4"/>
                </a:solidFill>
              </a:rPr>
              <a:t>prípony</a:t>
            </a:r>
            <a:endParaRPr lang="en-GB" dirty="0">
              <a:solidFill>
                <a:srgbClr val="F7E6D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77250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22EAE-4C51-E961-A6EA-429D0AFE2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02BFF-4B8C-3198-EF0A-C1F5A6950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Inteligentne čistenie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FF2181-FE49-C334-F468-50F01D2A4DFE}"/>
              </a:ext>
            </a:extLst>
          </p:cNvPr>
          <p:cNvSpPr txBox="1">
            <a:spLocks/>
          </p:cNvSpPr>
          <p:nvPr/>
        </p:nvSpPr>
        <p:spPr>
          <a:xfrm>
            <a:off x="634028" y="2324251"/>
            <a:ext cx="5157787" cy="5598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k-SK" sz="2400" dirty="0">
                <a:solidFill>
                  <a:schemeClr val="tx1"/>
                </a:solidFill>
              </a:rPr>
              <a:t>Odstránenie nepotrebných dát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153B085-9990-240E-BCF7-180D27AEF614}"/>
              </a:ext>
            </a:extLst>
          </p:cNvPr>
          <p:cNvSpPr txBox="1">
            <a:spLocks/>
          </p:cNvSpPr>
          <p:nvPr/>
        </p:nvSpPr>
        <p:spPr>
          <a:xfrm>
            <a:off x="634028" y="3429000"/>
            <a:ext cx="5157788" cy="37639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 spc="30" baseline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lvl="0" indent="-22860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800" dirty="0" err="1">
                <a:solidFill>
                  <a:schemeClr val="tx1"/>
                </a:solidFill>
              </a:rPr>
              <a:t>dočasné</a:t>
            </a:r>
            <a:r>
              <a:rPr lang="en-US" altLang="en-US" sz="1800" dirty="0">
                <a:solidFill>
                  <a:schemeClr val="tx1"/>
                </a:solidFill>
              </a:rPr>
              <a:t> </a:t>
            </a:r>
            <a:r>
              <a:rPr lang="en-US" altLang="en-US" sz="1800" dirty="0" err="1">
                <a:solidFill>
                  <a:schemeClr val="tx1"/>
                </a:solidFill>
              </a:rPr>
              <a:t>súbory</a:t>
            </a:r>
            <a:r>
              <a:rPr lang="en-US" altLang="en-US" sz="1800" dirty="0">
                <a:solidFill>
                  <a:schemeClr val="tx1"/>
                </a:solidFill>
              </a:rPr>
              <a:t> </a:t>
            </a:r>
          </a:p>
          <a:p>
            <a:pPr marL="228600" lvl="0" indent="-22860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</a:rPr>
              <a:t>recovery </a:t>
            </a:r>
            <a:r>
              <a:rPr lang="en-US" altLang="en-US" sz="1800" dirty="0" err="1">
                <a:solidFill>
                  <a:schemeClr val="tx1"/>
                </a:solidFill>
              </a:rPr>
              <a:t>súbory</a:t>
            </a:r>
            <a:r>
              <a:rPr lang="en-US" altLang="en-US" sz="1800" dirty="0">
                <a:solidFill>
                  <a:schemeClr val="tx1"/>
                </a:solidFill>
              </a:rPr>
              <a:t> </a:t>
            </a:r>
          </a:p>
          <a:p>
            <a:pPr marL="228600" lvl="0" indent="-22860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800" dirty="0" err="1">
                <a:solidFill>
                  <a:schemeClr val="tx1"/>
                </a:solidFill>
              </a:rPr>
              <a:t>záložné</a:t>
            </a:r>
            <a:r>
              <a:rPr lang="en-US" altLang="en-US" sz="1800" dirty="0">
                <a:solidFill>
                  <a:schemeClr val="tx1"/>
                </a:solidFill>
              </a:rPr>
              <a:t> </a:t>
            </a:r>
            <a:r>
              <a:rPr lang="en-US" altLang="en-US" sz="1800" dirty="0" err="1">
                <a:solidFill>
                  <a:schemeClr val="tx1"/>
                </a:solidFill>
              </a:rPr>
              <a:t>kópie</a:t>
            </a:r>
            <a:r>
              <a:rPr lang="en-US" altLang="en-US" sz="1800" dirty="0">
                <a:solidFill>
                  <a:schemeClr val="tx1"/>
                </a:solidFill>
              </a:rPr>
              <a:t> </a:t>
            </a:r>
          </a:p>
          <a:p>
            <a:pPr marL="228600" lvl="0" indent="-22860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</a:rPr>
              <a:t>logy </a:t>
            </a:r>
          </a:p>
          <a:p>
            <a:pPr marL="228600" lvl="0" indent="-22860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800" dirty="0" err="1">
                <a:solidFill>
                  <a:schemeClr val="tx1"/>
                </a:solidFill>
              </a:rPr>
              <a:t>diagnostické</a:t>
            </a:r>
            <a:r>
              <a:rPr lang="en-US" altLang="en-US" sz="1800" dirty="0">
                <a:solidFill>
                  <a:schemeClr val="tx1"/>
                </a:solidFill>
              </a:rPr>
              <a:t> </a:t>
            </a:r>
            <a:r>
              <a:rPr lang="en-US" altLang="en-US" sz="1800" dirty="0" err="1">
                <a:solidFill>
                  <a:schemeClr val="tx1"/>
                </a:solidFill>
              </a:rPr>
              <a:t>súbory</a:t>
            </a:r>
            <a:r>
              <a:rPr lang="en-US" altLang="en-US" sz="1800" dirty="0">
                <a:solidFill>
                  <a:schemeClr val="tx1"/>
                </a:solidFill>
              </a:rPr>
              <a:t> </a:t>
            </a:r>
          </a:p>
          <a:p>
            <a:pPr marL="228600" lvl="0" indent="-22860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</a:rPr>
              <a:t>cache </a:t>
            </a:r>
            <a:r>
              <a:rPr lang="en-US" altLang="en-US" sz="1800" dirty="0" err="1">
                <a:solidFill>
                  <a:schemeClr val="tx1"/>
                </a:solidFill>
              </a:rPr>
              <a:t>priečinky</a:t>
            </a:r>
            <a:r>
              <a:rPr lang="en-US" altLang="en-US" sz="1800" dirty="0">
                <a:solidFill>
                  <a:schemeClr val="tx1"/>
                </a:solidFill>
              </a:rPr>
              <a:t> </a:t>
            </a:r>
            <a:endParaRPr lang="sk-SK" altLang="en-US" sz="1800" dirty="0">
              <a:solidFill>
                <a:schemeClr val="tx1"/>
              </a:solidFill>
            </a:endParaRP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A1A90BAA-4D11-8377-A2F2-745ABB49A78A}"/>
              </a:ext>
            </a:extLst>
          </p:cNvPr>
          <p:cNvSpPr txBox="1">
            <a:spLocks/>
          </p:cNvSpPr>
          <p:nvPr/>
        </p:nvSpPr>
        <p:spPr>
          <a:xfrm>
            <a:off x="6196628" y="2324251"/>
            <a:ext cx="5183188" cy="5598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k-SK" sz="2400" dirty="0">
                <a:solidFill>
                  <a:schemeClr val="tx1"/>
                </a:solidFill>
              </a:rPr>
              <a:t>Citlivá operácia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114471DF-0CA3-E4A1-953A-88DA263447C7}"/>
              </a:ext>
            </a:extLst>
          </p:cNvPr>
          <p:cNvSpPr txBox="1">
            <a:spLocks/>
          </p:cNvSpPr>
          <p:nvPr/>
        </p:nvSpPr>
        <p:spPr>
          <a:xfrm>
            <a:off x="6196628" y="3315952"/>
            <a:ext cx="5183188" cy="376396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sk-SK" dirty="0">
                <a:solidFill>
                  <a:schemeClr val="tx1"/>
                </a:solidFill>
              </a:rPr>
              <a:t>dôraz na opatrnosť</a:t>
            </a:r>
          </a:p>
          <a:p>
            <a:r>
              <a:rPr lang="sk-SK" dirty="0">
                <a:solidFill>
                  <a:schemeClr val="tx1"/>
                </a:solidFill>
              </a:rPr>
              <a:t>dôraz na testovanie</a:t>
            </a:r>
          </a:p>
          <a:p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05955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D9215-D004-0728-C45E-F205BC34C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4D92E-47F5-022D-A3E1-03A0E112B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484630"/>
            <a:ext cx="11527867" cy="1566592"/>
          </a:xfrm>
        </p:spPr>
        <p:txBody>
          <a:bodyPr anchor="b" anchorCtr="0"/>
          <a:lstStyle/>
          <a:p>
            <a:r>
              <a:rPr lang="sk-SK" sz="6600" dirty="0"/>
              <a:t>Bezpečnosť a spoľahlivosť</a:t>
            </a:r>
            <a:endParaRPr lang="en-US" sz="6200" dirty="0">
              <a:solidFill>
                <a:srgbClr val="F7E6D4"/>
              </a:solidFill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AA88DC2-55E4-3E7B-5933-333C6784AA56}"/>
              </a:ext>
            </a:extLst>
          </p:cNvPr>
          <p:cNvSpPr txBox="1">
            <a:spLocks/>
          </p:cNvSpPr>
          <p:nvPr/>
        </p:nvSpPr>
        <p:spPr>
          <a:xfrm>
            <a:off x="634028" y="2324251"/>
            <a:ext cx="2381185" cy="5598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k-SK" sz="2400" dirty="0">
                <a:solidFill>
                  <a:srgbClr val="F7E6D4"/>
                </a:solidFill>
              </a:rPr>
              <a:t>Chyby</a:t>
            </a:r>
            <a:endParaRPr lang="en-GB" sz="2400" dirty="0">
              <a:solidFill>
                <a:srgbClr val="F7E6D4"/>
              </a:solidFill>
            </a:endParaRP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E8D5E1-B0D4-CFA6-5F69-4821C8F4BBBD}"/>
              </a:ext>
            </a:extLst>
          </p:cNvPr>
          <p:cNvSpPr txBox="1">
            <a:spLocks/>
          </p:cNvSpPr>
          <p:nvPr/>
        </p:nvSpPr>
        <p:spPr>
          <a:xfrm>
            <a:off x="634028" y="3307937"/>
            <a:ext cx="2381185" cy="165948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 spc="30" baseline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 err="1">
                <a:solidFill>
                  <a:srgbClr val="F7E6D4"/>
                </a:solidFill>
              </a:rPr>
              <a:t>odchytávanie</a:t>
            </a:r>
            <a:r>
              <a:rPr lang="en-GB" sz="1800" dirty="0">
                <a:solidFill>
                  <a:srgbClr val="F7E6D4"/>
                </a:solidFill>
              </a:rPr>
              <a:t> </a:t>
            </a:r>
            <a:r>
              <a:rPr lang="en-GB" sz="1800" dirty="0" err="1">
                <a:solidFill>
                  <a:srgbClr val="F7E6D4"/>
                </a:solidFill>
              </a:rPr>
              <a:t>chýb</a:t>
            </a:r>
            <a:endParaRPr lang="en-GB" sz="1800" dirty="0">
              <a:solidFill>
                <a:srgbClr val="F7E6D4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 err="1">
                <a:solidFill>
                  <a:srgbClr val="F7E6D4"/>
                </a:solidFill>
              </a:rPr>
              <a:t>bezpečné</a:t>
            </a:r>
            <a:r>
              <a:rPr lang="en-GB" sz="1800" dirty="0">
                <a:solidFill>
                  <a:srgbClr val="F7E6D4"/>
                </a:solidFill>
              </a:rPr>
              <a:t> </a:t>
            </a:r>
            <a:r>
              <a:rPr lang="en-GB" sz="1800" dirty="0" err="1">
                <a:solidFill>
                  <a:srgbClr val="F7E6D4"/>
                </a:solidFill>
              </a:rPr>
              <a:t>ukončenie</a:t>
            </a:r>
            <a:r>
              <a:rPr lang="en-GB" sz="1800" dirty="0">
                <a:solidFill>
                  <a:srgbClr val="F7E6D4"/>
                </a:solidFill>
              </a:rPr>
              <a:t> </a:t>
            </a:r>
            <a:r>
              <a:rPr lang="en-GB" sz="1800" dirty="0" err="1">
                <a:solidFill>
                  <a:srgbClr val="F7E6D4"/>
                </a:solidFill>
              </a:rPr>
              <a:t>programu</a:t>
            </a:r>
            <a:endParaRPr lang="en-GB" sz="1800" dirty="0">
              <a:solidFill>
                <a:srgbClr val="F7E6D4"/>
              </a:solidFill>
            </a:endParaRP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3FB50AB-C51E-803D-1100-6B9DD36F3DA1}"/>
              </a:ext>
            </a:extLst>
          </p:cNvPr>
          <p:cNvSpPr txBox="1">
            <a:spLocks/>
          </p:cNvSpPr>
          <p:nvPr/>
        </p:nvSpPr>
        <p:spPr>
          <a:xfrm>
            <a:off x="8369929" y="2324251"/>
            <a:ext cx="3770584" cy="100485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k-SK" sz="2400" dirty="0">
                <a:solidFill>
                  <a:srgbClr val="F7E6D4"/>
                </a:solidFill>
              </a:rPr>
              <a:t>Automatické nástroje</a:t>
            </a:r>
            <a:endParaRPr lang="en-GB" sz="2400" dirty="0">
              <a:solidFill>
                <a:srgbClr val="F7E6D4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75CC3D-A021-729D-846C-9663B6930960}"/>
              </a:ext>
            </a:extLst>
          </p:cNvPr>
          <p:cNvSpPr txBox="1"/>
          <p:nvPr/>
        </p:nvSpPr>
        <p:spPr>
          <a:xfrm>
            <a:off x="5661044" y="3307937"/>
            <a:ext cx="2066273" cy="137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GB" spc="30" dirty="0">
                <a:solidFill>
                  <a:srgbClr val="F7E6D4"/>
                </a:solidFill>
              </a:rPr>
              <a:t>unit testy</a:t>
            </a:r>
          </a:p>
          <a:p>
            <a:pPr marL="285750" indent="-285750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GB" spc="30" dirty="0" err="1">
                <a:solidFill>
                  <a:srgbClr val="F7E6D4"/>
                </a:solidFill>
              </a:rPr>
              <a:t>manuálne</a:t>
            </a:r>
            <a:r>
              <a:rPr lang="en-GB" spc="30" dirty="0">
                <a:solidFill>
                  <a:srgbClr val="F7E6D4"/>
                </a:solidFill>
              </a:rPr>
              <a:t> </a:t>
            </a:r>
            <a:r>
              <a:rPr lang="en-GB" spc="30" dirty="0" err="1">
                <a:solidFill>
                  <a:srgbClr val="F7E6D4"/>
                </a:solidFill>
              </a:rPr>
              <a:t>testovanie</a:t>
            </a:r>
            <a:endParaRPr lang="en-GB" spc="30" dirty="0">
              <a:solidFill>
                <a:srgbClr val="F7E6D4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sk-SK" dirty="0">
              <a:solidFill>
                <a:srgbClr val="F7E6D4"/>
              </a:solidFill>
            </a:endParaRP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61B3AE6-EFB7-FCEF-E39A-61D29DF9DAE1}"/>
              </a:ext>
            </a:extLst>
          </p:cNvPr>
          <p:cNvSpPr txBox="1">
            <a:spLocks/>
          </p:cNvSpPr>
          <p:nvPr/>
        </p:nvSpPr>
        <p:spPr>
          <a:xfrm>
            <a:off x="3423497" y="2324251"/>
            <a:ext cx="2151910" cy="5598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k-SK" sz="2400" dirty="0">
                <a:solidFill>
                  <a:srgbClr val="F7E6D4"/>
                </a:solidFill>
              </a:rPr>
              <a:t>Logovanie</a:t>
            </a:r>
            <a:endParaRPr lang="en-GB" sz="2400" dirty="0">
              <a:solidFill>
                <a:srgbClr val="F7E6D4"/>
              </a:solidFill>
            </a:endParaRP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452D8AEA-01F2-93C3-7E09-3118FE31A84D}"/>
              </a:ext>
            </a:extLst>
          </p:cNvPr>
          <p:cNvSpPr txBox="1">
            <a:spLocks/>
          </p:cNvSpPr>
          <p:nvPr/>
        </p:nvSpPr>
        <p:spPr>
          <a:xfrm>
            <a:off x="5661044" y="2324251"/>
            <a:ext cx="2151910" cy="5598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k-SK" sz="2400" dirty="0">
                <a:solidFill>
                  <a:srgbClr val="F7E6D4"/>
                </a:solidFill>
              </a:rPr>
              <a:t>Testovanie</a:t>
            </a:r>
            <a:endParaRPr lang="en-GB" sz="2400" dirty="0">
              <a:solidFill>
                <a:srgbClr val="F7E6D4"/>
              </a:solidFill>
            </a:endParaRP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E08BE1E-F262-D099-4C8E-0629C5CD500E}"/>
              </a:ext>
            </a:extLst>
          </p:cNvPr>
          <p:cNvSpPr txBox="1">
            <a:spLocks/>
          </p:cNvSpPr>
          <p:nvPr/>
        </p:nvSpPr>
        <p:spPr>
          <a:xfrm>
            <a:off x="3661084" y="3307937"/>
            <a:ext cx="1357348" cy="165948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 spc="30" baseline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>
                <a:solidFill>
                  <a:srgbClr val="F7E6D4"/>
                </a:solidFill>
              </a:rPr>
              <a:t>Info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>
                <a:solidFill>
                  <a:srgbClr val="F7E6D4"/>
                </a:solidFill>
              </a:rPr>
              <a:t>Debug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>
                <a:solidFill>
                  <a:srgbClr val="F7E6D4"/>
                </a:solidFill>
              </a:rPr>
              <a:t>Trace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35EFF8-E7A2-E84A-2F0F-AD1E906CD13D}"/>
              </a:ext>
            </a:extLst>
          </p:cNvPr>
          <p:cNvSpPr txBox="1"/>
          <p:nvPr/>
        </p:nvSpPr>
        <p:spPr>
          <a:xfrm>
            <a:off x="8369929" y="3307936"/>
            <a:ext cx="2151911" cy="77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GB" spc="30" dirty="0">
                <a:solidFill>
                  <a:srgbClr val="F7E6D4"/>
                </a:solidFill>
              </a:rPr>
              <a:t>cargo audit</a:t>
            </a:r>
          </a:p>
          <a:p>
            <a:pPr marL="285750" indent="-285750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GB" spc="30" dirty="0" err="1">
                <a:solidFill>
                  <a:srgbClr val="F7E6D4"/>
                </a:solidFill>
              </a:rPr>
              <a:t>clippy</a:t>
            </a:r>
            <a:r>
              <a:rPr lang="en-GB" spc="30" dirty="0">
                <a:solidFill>
                  <a:srgbClr val="F7E6D4"/>
                </a:solidFill>
              </a:rPr>
              <a:t> </a:t>
            </a:r>
            <a:r>
              <a:rPr lang="en-GB" spc="30" dirty="0" err="1">
                <a:solidFill>
                  <a:srgbClr val="F7E6D4"/>
                </a:solidFill>
              </a:rPr>
              <a:t>kontrola</a:t>
            </a:r>
            <a:endParaRPr lang="en-GB" spc="30" dirty="0">
              <a:solidFill>
                <a:srgbClr val="F7E6D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29561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6C336-9121-7D0E-F178-93E884BB3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9A783-27B4-45DF-B7AB-009E1B728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optimalizácie</a:t>
            </a:r>
            <a:endParaRPr lang="en-GB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14AAD186-9980-BCA7-FB0C-A001BC635FDE}"/>
              </a:ext>
            </a:extLst>
          </p:cNvPr>
          <p:cNvSpPr txBox="1">
            <a:spLocks/>
          </p:cNvSpPr>
          <p:nvPr/>
        </p:nvSpPr>
        <p:spPr>
          <a:xfrm>
            <a:off x="634028" y="2324251"/>
            <a:ext cx="5157787" cy="5598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k-SK" sz="2400" dirty="0">
                <a:solidFill>
                  <a:schemeClr val="tx1"/>
                </a:solidFill>
              </a:rPr>
              <a:t>Prechádzanie adresárov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42C8DAD-3AC6-E1F2-00D1-A7F07289C6B7}"/>
              </a:ext>
            </a:extLst>
          </p:cNvPr>
          <p:cNvSpPr txBox="1">
            <a:spLocks/>
          </p:cNvSpPr>
          <p:nvPr/>
        </p:nvSpPr>
        <p:spPr>
          <a:xfrm>
            <a:off x="634028" y="3429000"/>
            <a:ext cx="5157788" cy="37639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 spc="30" baseline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>
                <a:solidFill>
                  <a:schemeClr val="tx1"/>
                </a:solidFill>
              </a:rPr>
              <a:t>DFS </a:t>
            </a:r>
            <a:r>
              <a:rPr lang="en-GB" sz="1800" dirty="0" err="1">
                <a:solidFill>
                  <a:schemeClr val="tx1"/>
                </a:solidFill>
              </a:rPr>
              <a:t>pri</a:t>
            </a:r>
            <a:r>
              <a:rPr lang="en-GB" sz="1800" dirty="0">
                <a:solidFill>
                  <a:schemeClr val="tx1"/>
                </a:solidFill>
              </a:rPr>
              <a:t> </a:t>
            </a:r>
            <a:r>
              <a:rPr lang="en-GB" sz="1800" dirty="0" err="1">
                <a:solidFill>
                  <a:schemeClr val="tx1"/>
                </a:solidFill>
              </a:rPr>
              <a:t>vyhľadávaní</a:t>
            </a:r>
            <a:endParaRPr lang="en-GB" sz="18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>
                <a:solidFill>
                  <a:schemeClr val="tx1"/>
                </a:solidFill>
              </a:rPr>
              <a:t>BFS </a:t>
            </a:r>
            <a:r>
              <a:rPr lang="en-GB" sz="1800" dirty="0" err="1">
                <a:solidFill>
                  <a:schemeClr val="tx1"/>
                </a:solidFill>
              </a:rPr>
              <a:t>pri</a:t>
            </a:r>
            <a:r>
              <a:rPr lang="en-GB" sz="1800" dirty="0">
                <a:solidFill>
                  <a:schemeClr val="tx1"/>
                </a:solidFill>
              </a:rPr>
              <a:t> </a:t>
            </a:r>
            <a:r>
              <a:rPr lang="en-GB" sz="1800" dirty="0" err="1">
                <a:solidFill>
                  <a:schemeClr val="tx1"/>
                </a:solidFill>
              </a:rPr>
              <a:t>sortovaní</a:t>
            </a:r>
            <a:endParaRPr lang="en-GB" sz="1800" dirty="0">
              <a:solidFill>
                <a:schemeClr val="tx1"/>
              </a:solidFill>
            </a:endParaRP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21F96743-CED5-E1D4-40ED-A21AEB102C78}"/>
              </a:ext>
            </a:extLst>
          </p:cNvPr>
          <p:cNvSpPr txBox="1">
            <a:spLocks/>
          </p:cNvSpPr>
          <p:nvPr/>
        </p:nvSpPr>
        <p:spPr>
          <a:xfrm>
            <a:off x="6196628" y="2324251"/>
            <a:ext cx="5183188" cy="5598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k-SK" sz="2400" dirty="0">
                <a:solidFill>
                  <a:schemeClr val="tx1"/>
                </a:solidFill>
              </a:rPr>
              <a:t>Šetrenie prostriedkov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7184386-3834-3BCB-1AE3-B5E314228441}"/>
              </a:ext>
            </a:extLst>
          </p:cNvPr>
          <p:cNvSpPr txBox="1">
            <a:spLocks/>
          </p:cNvSpPr>
          <p:nvPr/>
        </p:nvSpPr>
        <p:spPr>
          <a:xfrm>
            <a:off x="6196628" y="3315952"/>
            <a:ext cx="5183188" cy="376396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sk-SK" dirty="0">
                <a:solidFill>
                  <a:schemeClr val="tx1"/>
                </a:solidFill>
              </a:rPr>
              <a:t>referencia namiesto kópii</a:t>
            </a:r>
          </a:p>
          <a:p>
            <a:r>
              <a:rPr lang="sk-SK" dirty="0">
                <a:solidFill>
                  <a:schemeClr val="tx1"/>
                </a:solidFill>
              </a:rPr>
              <a:t>skóre uvoľnenie dát</a:t>
            </a:r>
          </a:p>
          <a:p>
            <a:r>
              <a:rPr lang="sk-SK" dirty="0">
                <a:solidFill>
                  <a:schemeClr val="tx1"/>
                </a:solidFill>
              </a:rPr>
              <a:t>lenivé iterácie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37B2D9C-B427-4296-4057-41AB78C1ED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42531071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E4C0DE-CD6E-8DA2-EC21-FBB2CDF0E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95479-40D8-C136-B371-DBA114215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484631"/>
            <a:ext cx="10652760" cy="1133856"/>
          </a:xfrm>
        </p:spPr>
        <p:txBody>
          <a:bodyPr anchor="b" anchorCtr="0"/>
          <a:lstStyle/>
          <a:p>
            <a:r>
              <a:rPr lang="sk-SK" sz="6600" dirty="0"/>
              <a:t>Distribúcia a údržba</a:t>
            </a:r>
            <a:endParaRPr lang="en-US" sz="6200" dirty="0">
              <a:solidFill>
                <a:srgbClr val="F7E6D4"/>
              </a:solidFill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544A8EE-E520-9BF6-D180-B6F71B3B5958}"/>
              </a:ext>
            </a:extLst>
          </p:cNvPr>
          <p:cNvSpPr txBox="1">
            <a:spLocks/>
          </p:cNvSpPr>
          <p:nvPr/>
        </p:nvSpPr>
        <p:spPr>
          <a:xfrm>
            <a:off x="634028" y="2324251"/>
            <a:ext cx="5157787" cy="5598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k-SK" sz="2400" dirty="0">
                <a:solidFill>
                  <a:srgbClr val="F7E6D4"/>
                </a:solidFill>
              </a:rPr>
              <a:t>Distribúcia</a:t>
            </a:r>
            <a:endParaRPr lang="en-GB" sz="2400" dirty="0">
              <a:solidFill>
                <a:srgbClr val="F7E6D4"/>
              </a:solidFill>
            </a:endParaRP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7ABB6E8-3DF2-0072-F45F-B7C1A5F6DDE4}"/>
              </a:ext>
            </a:extLst>
          </p:cNvPr>
          <p:cNvSpPr txBox="1">
            <a:spLocks/>
          </p:cNvSpPr>
          <p:nvPr/>
        </p:nvSpPr>
        <p:spPr>
          <a:xfrm>
            <a:off x="634028" y="3307936"/>
            <a:ext cx="5157788" cy="347592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 spc="30" baseline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indent="-228600">
              <a:buFont typeface="Arial" panose="020B0604020202020204" pitchFamily="34" charset="0"/>
              <a:buChar char="•"/>
            </a:pPr>
            <a:r>
              <a:rPr lang="en-GB" sz="1800" dirty="0">
                <a:solidFill>
                  <a:srgbClr val="F7E6D4"/>
                </a:solidFill>
              </a:rPr>
              <a:t>open-source </a:t>
            </a:r>
            <a:r>
              <a:rPr lang="en-GB" sz="1800" dirty="0" err="1">
                <a:solidFill>
                  <a:srgbClr val="F7E6D4"/>
                </a:solidFill>
              </a:rPr>
              <a:t>projekt</a:t>
            </a:r>
            <a:endParaRPr lang="en-GB" sz="1800" dirty="0">
              <a:solidFill>
                <a:srgbClr val="F7E6D4"/>
              </a:solidFill>
            </a:endParaRP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GB" sz="1800" dirty="0">
                <a:solidFill>
                  <a:srgbClr val="F7E6D4"/>
                </a:solidFill>
              </a:rPr>
              <a:t>MIT </a:t>
            </a:r>
            <a:r>
              <a:rPr lang="en-GB" sz="1800" dirty="0" err="1">
                <a:solidFill>
                  <a:srgbClr val="F7E6D4"/>
                </a:solidFill>
              </a:rPr>
              <a:t>licencia</a:t>
            </a:r>
            <a:endParaRPr lang="en-GB" sz="1800" dirty="0">
              <a:solidFill>
                <a:srgbClr val="F7E6D4"/>
              </a:solidFill>
            </a:endParaRP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GB" sz="1800" dirty="0" err="1">
                <a:solidFill>
                  <a:srgbClr val="F7E6D4"/>
                </a:solidFill>
              </a:rPr>
              <a:t>verejný</a:t>
            </a:r>
            <a:r>
              <a:rPr lang="en-GB" sz="1800" dirty="0">
                <a:solidFill>
                  <a:srgbClr val="F7E6D4"/>
                </a:solidFill>
              </a:rPr>
              <a:t> </a:t>
            </a:r>
            <a:r>
              <a:rPr lang="en-GB" sz="1800" dirty="0" err="1">
                <a:solidFill>
                  <a:srgbClr val="F7E6D4"/>
                </a:solidFill>
              </a:rPr>
              <a:t>repozitár</a:t>
            </a:r>
            <a:endParaRPr lang="en-GB" sz="1800" dirty="0">
              <a:solidFill>
                <a:srgbClr val="F7E6D4"/>
              </a:solidFill>
            </a:endParaRP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GB" sz="1800" dirty="0">
                <a:solidFill>
                  <a:srgbClr val="F7E6D4"/>
                </a:solidFill>
              </a:rPr>
              <a:t>GitHub releases</a:t>
            </a:r>
            <a:endParaRPr lang="sk-SK" sz="1800" dirty="0">
              <a:solidFill>
                <a:srgbClr val="F7E6D4"/>
              </a:solidFill>
            </a:endParaRP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BCC8EEB-BC5D-6582-1056-34D2F25B42FC}"/>
              </a:ext>
            </a:extLst>
          </p:cNvPr>
          <p:cNvSpPr txBox="1">
            <a:spLocks/>
          </p:cNvSpPr>
          <p:nvPr/>
        </p:nvSpPr>
        <p:spPr>
          <a:xfrm>
            <a:off x="6196628" y="2324251"/>
            <a:ext cx="5183188" cy="5598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k-SK" sz="2400" dirty="0" err="1">
                <a:solidFill>
                  <a:srgbClr val="F7E6D4"/>
                </a:solidFill>
              </a:rPr>
              <a:t>Udržba</a:t>
            </a:r>
            <a:endParaRPr lang="en-GB" sz="2400" dirty="0">
              <a:solidFill>
                <a:srgbClr val="F7E6D4"/>
              </a:solidFill>
            </a:endParaRP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B7F21547-FDC2-C275-2718-BB2B47D1B7AD}"/>
              </a:ext>
            </a:extLst>
          </p:cNvPr>
          <p:cNvSpPr txBox="1">
            <a:spLocks/>
          </p:cNvSpPr>
          <p:nvPr/>
        </p:nvSpPr>
        <p:spPr>
          <a:xfrm>
            <a:off x="6196628" y="3315952"/>
            <a:ext cx="5183188" cy="376396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 err="1">
                <a:solidFill>
                  <a:srgbClr val="F7E6D4"/>
                </a:solidFill>
              </a:rPr>
              <a:t>inštalačný</a:t>
            </a:r>
            <a:r>
              <a:rPr lang="en-GB" dirty="0">
                <a:solidFill>
                  <a:srgbClr val="F7E6D4"/>
                </a:solidFill>
              </a:rPr>
              <a:t> </a:t>
            </a:r>
            <a:r>
              <a:rPr lang="en-GB" dirty="0" err="1">
                <a:solidFill>
                  <a:srgbClr val="F7E6D4"/>
                </a:solidFill>
              </a:rPr>
              <a:t>návod</a:t>
            </a:r>
            <a:endParaRPr lang="en-GB" dirty="0">
              <a:solidFill>
                <a:srgbClr val="F7E6D4"/>
              </a:solidFill>
            </a:endParaRPr>
          </a:p>
          <a:p>
            <a:r>
              <a:rPr lang="en-GB" dirty="0" err="1">
                <a:solidFill>
                  <a:srgbClr val="F7E6D4"/>
                </a:solidFill>
              </a:rPr>
              <a:t>dokumentácia</a:t>
            </a:r>
            <a:r>
              <a:rPr lang="en-GB" dirty="0">
                <a:solidFill>
                  <a:srgbClr val="F7E6D4"/>
                </a:solidFill>
              </a:rPr>
              <a:t> </a:t>
            </a:r>
            <a:r>
              <a:rPr lang="en-GB" dirty="0" err="1">
                <a:solidFill>
                  <a:srgbClr val="F7E6D4"/>
                </a:solidFill>
              </a:rPr>
              <a:t>príkazov</a:t>
            </a:r>
            <a:endParaRPr lang="en-GB" dirty="0">
              <a:solidFill>
                <a:srgbClr val="F7E6D4"/>
              </a:solidFill>
            </a:endParaRPr>
          </a:p>
          <a:p>
            <a:r>
              <a:rPr lang="en-GB" dirty="0" err="1">
                <a:solidFill>
                  <a:srgbClr val="F7E6D4"/>
                </a:solidFill>
              </a:rPr>
              <a:t>sémantické</a:t>
            </a:r>
            <a:r>
              <a:rPr lang="en-GB" dirty="0">
                <a:solidFill>
                  <a:srgbClr val="F7E6D4"/>
                </a:solidFill>
              </a:rPr>
              <a:t> </a:t>
            </a:r>
            <a:r>
              <a:rPr lang="en-GB" dirty="0" err="1">
                <a:solidFill>
                  <a:srgbClr val="F7E6D4"/>
                </a:solidFill>
              </a:rPr>
              <a:t>verzovanie</a:t>
            </a:r>
            <a:endParaRPr lang="en-GB" dirty="0">
              <a:solidFill>
                <a:srgbClr val="F7E6D4"/>
              </a:solidFill>
            </a:endParaRPr>
          </a:p>
          <a:p>
            <a:r>
              <a:rPr lang="en-GB" dirty="0">
                <a:solidFill>
                  <a:srgbClr val="F7E6D4"/>
                </a:solidFill>
              </a:rPr>
              <a:t>GitHub Issues</a:t>
            </a:r>
          </a:p>
          <a:p>
            <a:r>
              <a:rPr lang="en-GB" dirty="0">
                <a:solidFill>
                  <a:srgbClr val="F7E6D4"/>
                </a:solidFill>
              </a:rPr>
              <a:t>Pull Requests</a:t>
            </a:r>
          </a:p>
        </p:txBody>
      </p:sp>
    </p:spTree>
    <p:extLst>
      <p:ext uri="{BB962C8B-B14F-4D97-AF65-F5344CB8AC3E}">
        <p14:creationId xmlns:p14="http://schemas.microsoft.com/office/powerpoint/2010/main" val="34604444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749A1-CDBE-8E43-1E4D-ADE24989F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0270F-67EC-39A4-CEC5-99D6D68D3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483442"/>
            <a:ext cx="10653578" cy="1132258"/>
          </a:xfrm>
        </p:spPr>
        <p:txBody>
          <a:bodyPr/>
          <a:lstStyle/>
          <a:p>
            <a:r>
              <a:rPr lang="sk-SK" sz="6600" dirty="0"/>
              <a:t>Výsledok práce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7A3052A1-B50E-89F1-4F3B-981BC27ADF37}"/>
              </a:ext>
            </a:extLst>
          </p:cNvPr>
          <p:cNvSpPr txBox="1">
            <a:spLocks/>
          </p:cNvSpPr>
          <p:nvPr/>
        </p:nvSpPr>
        <p:spPr>
          <a:xfrm>
            <a:off x="612647" y="2352125"/>
            <a:ext cx="5157788" cy="37639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 spc="30" baseline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800" dirty="0">
                <a:solidFill>
                  <a:srgbClr val="010102"/>
                </a:solidFill>
              </a:rPr>
              <a:t>CLI nástroj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800" dirty="0">
                <a:solidFill>
                  <a:srgbClr val="010102"/>
                </a:solidFill>
              </a:rPr>
              <a:t>vyhľadávanie, </a:t>
            </a:r>
            <a:r>
              <a:rPr lang="sk-SK" sz="1800" dirty="0" err="1">
                <a:solidFill>
                  <a:srgbClr val="010102"/>
                </a:solidFill>
              </a:rPr>
              <a:t>sortovanie</a:t>
            </a:r>
            <a:r>
              <a:rPr lang="sk-SK" sz="1800" dirty="0">
                <a:solidFill>
                  <a:srgbClr val="010102"/>
                </a:solidFill>
              </a:rPr>
              <a:t>, čistenie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800" dirty="0">
                <a:solidFill>
                  <a:srgbClr val="010102"/>
                </a:solidFill>
              </a:rPr>
              <a:t>jednoduché použitie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800" dirty="0">
                <a:solidFill>
                  <a:srgbClr val="010102"/>
                </a:solidFill>
              </a:rPr>
              <a:t>vysoká rýchlosť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800" dirty="0">
                <a:solidFill>
                  <a:srgbClr val="010102"/>
                </a:solidFill>
              </a:rPr>
              <a:t>dôraz na bezpečnosť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800" dirty="0">
                <a:solidFill>
                  <a:srgbClr val="010102"/>
                </a:solidFill>
              </a:rPr>
              <a:t>možnosť ďalšieho rozšírenia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A6C48ED5-F8E6-B7F4-E59D-4E8F607FA7C6}"/>
              </a:ext>
            </a:extLst>
          </p:cNvPr>
          <p:cNvSpPr txBox="1">
            <a:spLocks/>
          </p:cNvSpPr>
          <p:nvPr/>
        </p:nvSpPr>
        <p:spPr>
          <a:xfrm>
            <a:off x="612647" y="2244479"/>
            <a:ext cx="5157787" cy="5598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 spc="3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sk-SK" sz="2400" dirty="0"/>
          </a:p>
        </p:txBody>
      </p:sp>
    </p:spTree>
    <p:extLst>
      <p:ext uri="{BB962C8B-B14F-4D97-AF65-F5344CB8AC3E}">
        <p14:creationId xmlns:p14="http://schemas.microsoft.com/office/powerpoint/2010/main" val="16846076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0FDC3-3C0C-C9F8-CB20-7BB022982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431CF-D2BB-F10E-D246-740EF5B85D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30" y="634044"/>
            <a:ext cx="10923934" cy="4227782"/>
          </a:xfrm>
        </p:spPr>
        <p:txBody>
          <a:bodyPr/>
          <a:lstStyle/>
          <a:p>
            <a:r>
              <a:rPr lang="sk-SK" noProof="0" dirty="0"/>
              <a:t>Ďakujem za pozornosť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FAD328-4037-51F5-2473-6DF45F4007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30" y="5856285"/>
            <a:ext cx="9424374" cy="365760"/>
          </a:xfrm>
        </p:spPr>
        <p:txBody>
          <a:bodyPr/>
          <a:lstStyle/>
          <a:p>
            <a:r>
              <a:rPr lang="sk-SK" noProof="0" dirty="0"/>
              <a:t>Priestor na </a:t>
            </a:r>
            <a:r>
              <a:rPr lang="sk-SK" noProof="0"/>
              <a:t>vaše otázky</a:t>
            </a:r>
            <a:endParaRPr lang="sk-SK" noProof="0" dirty="0"/>
          </a:p>
        </p:txBody>
      </p:sp>
    </p:spTree>
    <p:extLst>
      <p:ext uri="{BB962C8B-B14F-4D97-AF65-F5344CB8AC3E}">
        <p14:creationId xmlns:p14="http://schemas.microsoft.com/office/powerpoint/2010/main" val="781837991"/>
      </p:ext>
    </p:extLst>
  </p:cSld>
  <p:clrMapOvr>
    <a:masterClrMapping/>
  </p:clrMapOvr>
</p:sld>
</file>

<file path=ppt/theme/theme1.xml><?xml version="1.0" encoding="utf-8"?>
<a:theme xmlns:a="http://schemas.openxmlformats.org/drawingml/2006/main" name="BlockworkElegance_Sales">
  <a:themeElements>
    <a:clrScheme name="Custom 27">
      <a:dk1>
        <a:srgbClr val="000000"/>
      </a:dk1>
      <a:lt1>
        <a:srgbClr val="FFFFFF"/>
      </a:lt1>
      <a:dk2>
        <a:srgbClr val="000102"/>
      </a:dk2>
      <a:lt2>
        <a:srgbClr val="F7E6D3"/>
      </a:lt2>
      <a:accent1>
        <a:srgbClr val="28436C"/>
      </a:accent1>
      <a:accent2>
        <a:srgbClr val="F3BC24"/>
      </a:accent2>
      <a:accent3>
        <a:srgbClr val="8E7B63"/>
      </a:accent3>
      <a:accent4>
        <a:srgbClr val="CC563B"/>
      </a:accent4>
      <a:accent5>
        <a:srgbClr val="A3452F"/>
      </a:accent5>
      <a:accent6>
        <a:srgbClr val="2B241E"/>
      </a:accent6>
      <a:hlink>
        <a:srgbClr val="FDF2D3"/>
      </a:hlink>
      <a:folHlink>
        <a:srgbClr val="512218"/>
      </a:folHlink>
    </a:clrScheme>
    <a:fontScheme name="Custom 23">
      <a:majorFont>
        <a:latin typeface="Bahnschrift SemiLight"/>
        <a:ea typeface=""/>
        <a:cs typeface=""/>
      </a:majorFont>
      <a:minorFont>
        <a:latin typeface="Bahnschrift Semi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ockworkElegance_Sales_win32_KO_V8" id="{A89DB808-B929-4D35-8D17-1EDB8C621B73}" vid="{E738F25A-09DF-4C5B-B9DC-CE0EE2B25EF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2185BFC-6E97-4C88-9034-F2A7ED1C005E}">
  <ds:schemaRefs>
    <ds:schemaRef ds:uri="http://schemas.microsoft.com/sharepoint/v3"/>
    <ds:schemaRef ds:uri="71af3243-3dd4-4a8d-8c0d-dd76da1f02a5"/>
    <ds:schemaRef ds:uri="http://purl.org/dc/elements/1.1/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schemas.microsoft.com/office/infopath/2007/PartnerControls"/>
    <ds:schemaRef ds:uri="http://schemas.microsoft.com/office/2006/metadata/properties"/>
    <ds:schemaRef ds:uri="16c05727-aa75-4e4a-9b5f-8a80a1165891"/>
    <ds:schemaRef ds:uri="230e9df3-be65-4c73-a93b-d1236ebd677e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881A4212-02C6-475D-B332-DC5017D0453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9F4493-28C5-41EE-82D6-BF149D0719C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118</TotalTime>
  <Words>257</Words>
  <Application>Microsoft Office PowerPoint</Application>
  <PresentationFormat>Widescreen</PresentationFormat>
  <Paragraphs>114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Bahnschrift SemiBold</vt:lpstr>
      <vt:lpstr>Bahnschrift SemiLight</vt:lpstr>
      <vt:lpstr>BlockworkElegance_Sales</vt:lpstr>
      <vt:lpstr>File organizer</vt:lpstr>
      <vt:lpstr>OBSAH</vt:lpstr>
      <vt:lpstr>problematika</vt:lpstr>
      <vt:lpstr>Cieľ práce</vt:lpstr>
      <vt:lpstr>PowerPoint Presentation</vt:lpstr>
      <vt:lpstr>vyhľadávanie</vt:lpstr>
      <vt:lpstr>sortovanie</vt:lpstr>
      <vt:lpstr>Inteligentne čistenie</vt:lpstr>
      <vt:lpstr>Bezpečnosť a spoľahlivosť</vt:lpstr>
      <vt:lpstr>optimalizácie</vt:lpstr>
      <vt:lpstr>Distribúcia a údržba</vt:lpstr>
      <vt:lpstr>Výsledok práce</vt:lpstr>
      <vt:lpstr>Ďakujem za pozornosť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Matej Petuchovsky</dc:creator>
  <cp:lastModifiedBy>Matej Petuchovsky</cp:lastModifiedBy>
  <cp:revision>7</cp:revision>
  <dcterms:created xsi:type="dcterms:W3CDTF">2026-04-09T16:24:45Z</dcterms:created>
  <dcterms:modified xsi:type="dcterms:W3CDTF">2026-04-09T18:23:32Z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