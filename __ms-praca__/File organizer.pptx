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media/image25.svg" ContentType="image/svg"/>
  <Override PartName="/ppt/media/image20.svg" ContentType="image/svg"/>
  <Override PartName="/ppt/media/image32.svg" ContentType="image/svg"/>
  <Override PartName="/ppt/media/image23.svg" ContentType="image/svg"/>
  <Override PartName="/ppt/media/image12.svg" ContentType="image/svg"/>
  <Override PartName="/ppt/media/image34.svg" ContentType="image/svg"/>
  <Override PartName="/ppt/media/image29.svg" ContentType="image/svg"/>
  <Override PartName="/ppt/media/image27.svg" ContentType="image/svg"/>
  <Override PartName="/ppt/media/image17.svg" ContentType="image/svg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sv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e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svg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image" Target="../media/image18.jpeg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4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14520" y="1537920"/>
            <a:ext cx="4145040" cy="463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</a:t>
            </a: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519880" y="1538280"/>
            <a:ext cx="5680800" cy="481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80164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107722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858017-3FE5-4AAD-82CA-FECE7022A349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5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14520" y="877320"/>
            <a:ext cx="4141440" cy="49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522760" y="877320"/>
            <a:ext cx="6158880" cy="53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84974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12532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773974-DAA2-4C04-821D-4B9C1FC0664F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6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72600" y="548640"/>
            <a:ext cx="3493440" cy="57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04320" y="549360"/>
            <a:ext cx="7314480" cy="580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37260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86346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113904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9BDF50-5BA8-4E14-9C2A-A3ED34941F23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B33A93-A257-4F13-9CB2-291DB1620697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7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33960" y="635040"/>
            <a:ext cx="4714200" cy="558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86320" y="635040"/>
            <a:ext cx="5270760" cy="558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33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E650B3-FBFA-414B-B0B7-F5DAC3A75541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8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33960" y="635040"/>
            <a:ext cx="10923120" cy="14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33960" y="2495160"/>
            <a:ext cx="10923120" cy="372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5A88B7-F8BE-4DD1-9562-099F056B88F5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538960" y="548640"/>
            <a:ext cx="609264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79304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538960" y="1828800"/>
            <a:ext cx="6071040" cy="448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5538960" y="6453000"/>
            <a:ext cx="33368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84258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111812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DBA528-2673-4949-8DD2-17A921938BC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613476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12720" y="1828800"/>
            <a:ext cx="6134760" cy="448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5632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3190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D19462-688C-4573-8D75-520365E3B2B6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7398000" y="0"/>
            <a:ext cx="479304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745880" y="320040"/>
            <a:ext cx="6857280" cy="93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2264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745880" y="1380600"/>
            <a:ext cx="6857280" cy="498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74588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841896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111744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EC239D-3DC0-4883-9036-03A20C9190D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4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12720" y="320040"/>
            <a:ext cx="6857280" cy="93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12720" y="1380600"/>
            <a:ext cx="6857280" cy="498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2858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70416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E182E7-8480-4F5F-91E3-25036902E7D5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body"/>
          </p:nvPr>
        </p:nvSpPr>
        <p:spPr>
          <a:xfrm>
            <a:off x="8168760" y="0"/>
            <a:ext cx="402264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5760" y="5218200"/>
            <a:ext cx="11459880" cy="78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498564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3657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86414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113968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2521B2-C103-47D8-B7A3-28E987DD89C4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5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53640" y="584280"/>
            <a:ext cx="4361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61068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7253640" y="2212920"/>
            <a:ext cx="4361760" cy="40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7253640" y="6453000"/>
            <a:ext cx="16221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84304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111862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9E21C4-462A-489F-B74C-D6CBCBB74071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6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12720" y="583560"/>
            <a:ext cx="4361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12720" y="2212920"/>
            <a:ext cx="4360320" cy="40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612720" y="6453000"/>
            <a:ext cx="2030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8"/>
          </p:nvPr>
        </p:nvSpPr>
        <p:spPr>
          <a:xfrm>
            <a:off x="17888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9"/>
          </p:nvPr>
        </p:nvSpPr>
        <p:spPr>
          <a:xfrm>
            <a:off x="45442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156A89-0055-46DF-963D-9696BD6AADC0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5580360" y="0"/>
            <a:ext cx="661068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7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094520" y="320040"/>
            <a:ext cx="4522320" cy="93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49152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7104960" y="1380600"/>
            <a:ext cx="4511880" cy="498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40"/>
          </p:nvPr>
        </p:nvSpPr>
        <p:spPr>
          <a:xfrm>
            <a:off x="7104600" y="6453000"/>
            <a:ext cx="17712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41"/>
          </p:nvPr>
        </p:nvSpPr>
        <p:spPr>
          <a:xfrm>
            <a:off x="84326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42"/>
          </p:nvPr>
        </p:nvSpPr>
        <p:spPr>
          <a:xfrm>
            <a:off x="111884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756E2E-44B6-4A89-B8A6-8C8F88B9A221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8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12720" y="320040"/>
            <a:ext cx="4571280" cy="93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12720" y="1380600"/>
            <a:ext cx="4571280" cy="498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3"/>
          </p:nvPr>
        </p:nvSpPr>
        <p:spPr>
          <a:xfrm>
            <a:off x="612720" y="6453000"/>
            <a:ext cx="2030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44"/>
          </p:nvPr>
        </p:nvSpPr>
        <p:spPr>
          <a:xfrm>
            <a:off x="19998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45"/>
          </p:nvPr>
        </p:nvSpPr>
        <p:spPr>
          <a:xfrm>
            <a:off x="47556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489F85-33B0-47BA-A77D-60A77AC93E70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5699880" y="0"/>
            <a:ext cx="649152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 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169040" y="1129680"/>
            <a:ext cx="4361040" cy="347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58440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46"/>
          </p:nvPr>
        </p:nvSpPr>
        <p:spPr>
          <a:xfrm>
            <a:off x="7169040" y="6453000"/>
            <a:ext cx="1706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47"/>
          </p:nvPr>
        </p:nvSpPr>
        <p:spPr>
          <a:xfrm>
            <a:off x="8345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48"/>
          </p:nvPr>
        </p:nvSpPr>
        <p:spPr>
          <a:xfrm>
            <a:off x="11101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414587-4466-4347-AACE-79F00C7794D6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9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212680" y="583560"/>
            <a:ext cx="340092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758340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8212680" y="2212920"/>
            <a:ext cx="3400920" cy="40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49"/>
          </p:nvPr>
        </p:nvSpPr>
        <p:spPr>
          <a:xfrm>
            <a:off x="8212680" y="6453000"/>
            <a:ext cx="9216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50"/>
          </p:nvPr>
        </p:nvSpPr>
        <p:spPr>
          <a:xfrm>
            <a:off x="8640000" y="6453000"/>
            <a:ext cx="254628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51"/>
          </p:nvPr>
        </p:nvSpPr>
        <p:spPr>
          <a:xfrm>
            <a:off x="111852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3FF11C-AE47-4CF3-A07F-F24D33E23C58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0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12720" y="583560"/>
            <a:ext cx="340092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12720" y="2212920"/>
            <a:ext cx="3400920" cy="40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2"/>
          </p:nvPr>
        </p:nvSpPr>
        <p:spPr>
          <a:xfrm>
            <a:off x="612720" y="6453000"/>
            <a:ext cx="10670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ftr" idx="53"/>
          </p:nvPr>
        </p:nvSpPr>
        <p:spPr>
          <a:xfrm>
            <a:off x="9108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sldNum" idx="54"/>
          </p:nvPr>
        </p:nvSpPr>
        <p:spPr>
          <a:xfrm>
            <a:off x="35809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30616F-CE37-4599-9830-636BFD51B2C7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body"/>
          </p:nvPr>
        </p:nvSpPr>
        <p:spPr>
          <a:xfrm>
            <a:off x="4608000" y="0"/>
            <a:ext cx="758340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1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43000" y="1078920"/>
            <a:ext cx="3272760" cy="19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778068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8344080" y="3099960"/>
            <a:ext cx="3272760" cy="29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55"/>
          </p:nvPr>
        </p:nvSpPr>
        <p:spPr>
          <a:xfrm>
            <a:off x="8343000" y="6453000"/>
            <a:ext cx="10029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56"/>
          </p:nvPr>
        </p:nvSpPr>
        <p:spPr>
          <a:xfrm>
            <a:off x="8812440" y="6453000"/>
            <a:ext cx="23346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57"/>
          </p:nvPr>
        </p:nvSpPr>
        <p:spPr>
          <a:xfrm>
            <a:off x="1118736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E675C6-8672-4DD2-924A-BB090880817F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1840" y="5012280"/>
            <a:ext cx="3739320" cy="13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4634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349240" y="5012280"/>
            <a:ext cx="6400080" cy="13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58"/>
          </p:nvPr>
        </p:nvSpPr>
        <p:spPr>
          <a:xfrm>
            <a:off x="32184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59"/>
          </p:nvPr>
        </p:nvSpPr>
        <p:spPr>
          <a:xfrm>
            <a:off x="85651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60"/>
          </p:nvPr>
        </p:nvSpPr>
        <p:spPr>
          <a:xfrm>
            <a:off x="113209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B0D0FB-4E31-4903-876C-830DDDEA9135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21840" y="4162320"/>
            <a:ext cx="2952720" cy="18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37774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3977640" y="4162320"/>
            <a:ext cx="7771680" cy="22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61"/>
          </p:nvPr>
        </p:nvSpPr>
        <p:spPr>
          <a:xfrm>
            <a:off x="32184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62"/>
          </p:nvPr>
        </p:nvSpPr>
        <p:spPr>
          <a:xfrm>
            <a:off x="85651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63"/>
          </p:nvPr>
        </p:nvSpPr>
        <p:spPr>
          <a:xfrm>
            <a:off x="113209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47F9FA-CB59-4655-9F17-7717A60BB577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 2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5862960"/>
            <a:ext cx="1092312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33960" y="2129400"/>
            <a:ext cx="10923120" cy="373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64"/>
          </p:nvPr>
        </p:nvSpPr>
        <p:spPr>
          <a:xfrm>
            <a:off x="633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ftr" idx="65"/>
          </p:nvPr>
        </p:nvSpPr>
        <p:spPr>
          <a:xfrm>
            <a:off x="74300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66"/>
          </p:nvPr>
        </p:nvSpPr>
        <p:spPr>
          <a:xfrm>
            <a:off x="101858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92FC54-4BAD-4D13-81A5-E5DCDB6238F0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4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21840" y="561600"/>
            <a:ext cx="2952720" cy="18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dt" idx="67"/>
          </p:nvPr>
        </p:nvSpPr>
        <p:spPr>
          <a:xfrm>
            <a:off x="321840" y="5976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ftr" idx="68"/>
          </p:nvPr>
        </p:nvSpPr>
        <p:spPr>
          <a:xfrm>
            <a:off x="8565120" y="5976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69"/>
          </p:nvPr>
        </p:nvSpPr>
        <p:spPr>
          <a:xfrm>
            <a:off x="11320920" y="5976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B572E1-BA13-4BE5-B996-3F9B634AC899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3977640" y="561600"/>
            <a:ext cx="7771680" cy="22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0" y="3079800"/>
            <a:ext cx="12191400" cy="37774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5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12720" y="603360"/>
            <a:ext cx="10972080" cy="9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12720" y="1828800"/>
            <a:ext cx="6171480" cy="442512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70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7327440" y="1828800"/>
            <a:ext cx="4251240" cy="44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1"/>
          </p:nvPr>
        </p:nvSpPr>
        <p:spPr>
          <a:xfrm>
            <a:off x="83944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2"/>
          </p:nvPr>
        </p:nvSpPr>
        <p:spPr>
          <a:xfrm>
            <a:off x="111502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EE7BB5-000F-49DA-9B9E-B2033232C3BF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6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1720" cy="14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12720" y="2291040"/>
            <a:ext cx="4671720" cy="404100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73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6095880" y="549360"/>
            <a:ext cx="5585040" cy="578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ftr" idx="74"/>
          </p:nvPr>
        </p:nvSpPr>
        <p:spPr>
          <a:xfrm>
            <a:off x="84970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sldNum" idx="75"/>
          </p:nvPr>
        </p:nvSpPr>
        <p:spPr>
          <a:xfrm>
            <a:off x="112528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CB47D9-3EC4-4721-8849-454CE68D3A1A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7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14520" y="550080"/>
            <a:ext cx="3656880" cy="14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731520" y="2295000"/>
            <a:ext cx="3489480" cy="404100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76"/>
          </p:nvPr>
        </p:nvSpPr>
        <p:spPr>
          <a:xfrm>
            <a:off x="7315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16600" y="549360"/>
            <a:ext cx="6560280" cy="57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ftr" idx="77"/>
          </p:nvPr>
        </p:nvSpPr>
        <p:spPr>
          <a:xfrm>
            <a:off x="83926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78"/>
          </p:nvPr>
        </p:nvSpPr>
        <p:spPr>
          <a:xfrm>
            <a:off x="111484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609C76-41D3-4FF7-B157-D6E8208BE59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8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3205080"/>
            <a:ext cx="565164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33960" y="631800"/>
            <a:ext cx="5651640" cy="224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33960" y="3615120"/>
            <a:ext cx="5651640" cy="260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79"/>
          </p:nvPr>
        </p:nvSpPr>
        <p:spPr>
          <a:xfrm>
            <a:off x="633960" y="6453000"/>
            <a:ext cx="10670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80"/>
          </p:nvPr>
        </p:nvSpPr>
        <p:spPr>
          <a:xfrm>
            <a:off x="310176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81"/>
          </p:nvPr>
        </p:nvSpPr>
        <p:spPr>
          <a:xfrm>
            <a:off x="58572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C4DA51-E71C-4C0B-B905-40EF6AE087CD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body"/>
          </p:nvPr>
        </p:nvSpPr>
        <p:spPr>
          <a:xfrm>
            <a:off x="6920640" y="0"/>
            <a:ext cx="5304960" cy="6857280"/>
          </a:xfrm>
          <a:prstGeom prst="rect">
            <a:avLst/>
          </a:prstGeom>
          <a:blipFill rotWithShape="0">
            <a:blip r:embed="rId4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 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65760" y="411480"/>
            <a:ext cx="4653720" cy="373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dt" idx="82"/>
          </p:nvPr>
        </p:nvSpPr>
        <p:spPr>
          <a:xfrm>
            <a:off x="365760" y="6453000"/>
            <a:ext cx="19512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ftr" idx="83"/>
          </p:nvPr>
        </p:nvSpPr>
        <p:spPr>
          <a:xfrm>
            <a:off x="18352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84"/>
          </p:nvPr>
        </p:nvSpPr>
        <p:spPr>
          <a:xfrm>
            <a:off x="45907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623640-6D11-4096-BDD6-2950FB31DF3B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5607000" y="0"/>
            <a:ext cx="658440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9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3210480"/>
            <a:ext cx="659484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33960" y="631800"/>
            <a:ext cx="6594840" cy="224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33960" y="3608640"/>
            <a:ext cx="6594840" cy="261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85"/>
          </p:nvPr>
        </p:nvSpPr>
        <p:spPr>
          <a:xfrm>
            <a:off x="633960" y="6453000"/>
            <a:ext cx="10670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86"/>
          </p:nvPr>
        </p:nvSpPr>
        <p:spPr>
          <a:xfrm>
            <a:off x="40446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87"/>
          </p:nvPr>
        </p:nvSpPr>
        <p:spPr>
          <a:xfrm>
            <a:off x="68004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A244F7-1933-43AD-A728-78359279864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body"/>
          </p:nvPr>
        </p:nvSpPr>
        <p:spPr>
          <a:xfrm>
            <a:off x="7863480" y="0"/>
            <a:ext cx="4327920" cy="6857280"/>
          </a:xfrm>
          <a:prstGeom prst="rect">
            <a:avLst/>
          </a:prstGeom>
          <a:blipFill rotWithShape="0">
            <a:blip r:embed="rId4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20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4326120"/>
            <a:ext cx="659484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33960" y="631800"/>
            <a:ext cx="6594840" cy="33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33960" y="4707360"/>
            <a:ext cx="6594840" cy="15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88"/>
          </p:nvPr>
        </p:nvSpPr>
        <p:spPr>
          <a:xfrm>
            <a:off x="633960" y="6453000"/>
            <a:ext cx="10670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89"/>
          </p:nvPr>
        </p:nvSpPr>
        <p:spPr>
          <a:xfrm>
            <a:off x="40194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90"/>
          </p:nvPr>
        </p:nvSpPr>
        <p:spPr>
          <a:xfrm>
            <a:off x="67752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6D87E7-C5D6-4079-B816-649502EBFDBA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body"/>
          </p:nvPr>
        </p:nvSpPr>
        <p:spPr>
          <a:xfrm>
            <a:off x="7863480" y="0"/>
            <a:ext cx="4327920" cy="6857280"/>
          </a:xfrm>
          <a:prstGeom prst="rect">
            <a:avLst/>
          </a:prstGeom>
          <a:blipFill rotWithShape="0">
            <a:blip r:embed="rId4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94800" y="4718160"/>
            <a:ext cx="5897160" cy="135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39640" y="603360"/>
            <a:ext cx="10825920" cy="433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00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##%</a:t>
            </a:r>
            <a:endParaRPr lang="sk-SK" sz="3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91"/>
          </p:nvPr>
        </p:nvSpPr>
        <p:spPr>
          <a:xfrm>
            <a:off x="53964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ftr" idx="92"/>
          </p:nvPr>
        </p:nvSpPr>
        <p:spPr>
          <a:xfrm>
            <a:off x="81810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ldNum" idx="93"/>
          </p:nvPr>
        </p:nvSpPr>
        <p:spPr>
          <a:xfrm>
            <a:off x="109368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7A6643-3B98-4B2C-AA01-1D93B6582FE5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 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377440" y="4809600"/>
            <a:ext cx="7524720" cy="15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822960" y="640080"/>
            <a:ext cx="10542240" cy="420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300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##%</a:t>
            </a:r>
            <a:endParaRPr lang="sk-SK" sz="3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94"/>
          </p:nvPr>
        </p:nvSpPr>
        <p:spPr>
          <a:xfrm>
            <a:off x="822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95"/>
          </p:nvPr>
        </p:nvSpPr>
        <p:spPr>
          <a:xfrm>
            <a:off x="81810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96"/>
          </p:nvPr>
        </p:nvSpPr>
        <p:spPr>
          <a:xfrm>
            <a:off x="109368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3DB9A9-3194-498D-9EFD-FB60CC3E01DD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 3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5862960"/>
            <a:ext cx="1092312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33960" y="2129400"/>
            <a:ext cx="10923120" cy="372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dt" idx="97"/>
          </p:nvPr>
        </p:nvSpPr>
        <p:spPr>
          <a:xfrm>
            <a:off x="633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ftr" idx="98"/>
          </p:nvPr>
        </p:nvSpPr>
        <p:spPr>
          <a:xfrm>
            <a:off x="74300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sldNum" idx="99"/>
          </p:nvPr>
        </p:nvSpPr>
        <p:spPr>
          <a:xfrm>
            <a:off x="101858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AB068F-764F-4811-A18E-B75D6BD24204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 3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377440" y="4809600"/>
            <a:ext cx="7524720" cy="15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822960" y="640080"/>
            <a:ext cx="10542240" cy="420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300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##%</a:t>
            </a:r>
            <a:endParaRPr lang="sk-SK" sz="3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100"/>
          </p:nvPr>
        </p:nvSpPr>
        <p:spPr>
          <a:xfrm>
            <a:off x="822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101"/>
          </p:nvPr>
        </p:nvSpPr>
        <p:spPr>
          <a:xfrm>
            <a:off x="81810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102"/>
          </p:nvPr>
        </p:nvSpPr>
        <p:spPr>
          <a:xfrm>
            <a:off x="109368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B9EE66-2E1B-40A4-9961-5A0AC7B7CA2B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 4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4362840"/>
            <a:ext cx="1092312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33960" y="5108040"/>
            <a:ext cx="99802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384480" y="635040"/>
            <a:ext cx="1117296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00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##%</a:t>
            </a:r>
            <a:endParaRPr lang="sk-SK" sz="3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103"/>
          </p:nvPr>
        </p:nvSpPr>
        <p:spPr>
          <a:xfrm>
            <a:off x="38448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104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105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5962FF-6298-4DA4-863A-DF57296030D1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12720" y="631080"/>
            <a:ext cx="8265600" cy="56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8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add Statement.9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106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ftr" idx="107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sldNum" idx="108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718CD3-0AB4-432F-A3DB-9F9DA9E6F003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 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12720" y="1929240"/>
            <a:ext cx="8265600" cy="414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add Statement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09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110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111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940C9B-0C12-49C8-A06F-81B8C28E4E8D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 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rgbClr val="01010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12720" y="548640"/>
            <a:ext cx="8265600" cy="56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rgbClr val="010102"/>
                </a:solidFill>
                <a:effectLst/>
                <a:uFillTx/>
                <a:latin typeface="Bahnschrift SemiLight"/>
              </a:rPr>
              <a:t>Click to add Statement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112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113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114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9E71E5-5ACE-4657-A466-534D93A1439E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 4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Star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15120" y="5475240"/>
            <a:ext cx="742320" cy="74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33960" y="2135520"/>
            <a:ext cx="10923120" cy="25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8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add Statement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115"/>
          </p:nvPr>
        </p:nvSpPr>
        <p:spPr>
          <a:xfrm>
            <a:off x="612720" y="645624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ftr" idx="116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sldNum" idx="117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B843E8-840A-4EB7-A00C-520290D21A24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21280" y="548640"/>
            <a:ext cx="7478280" cy="36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dt" idx="118"/>
          </p:nvPr>
        </p:nvSpPr>
        <p:spPr>
          <a:xfrm>
            <a:off x="52128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ftr" idx="119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sldNum" idx="120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9682A2-62D9-43BF-828D-28644E43718A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676880" y="5431680"/>
            <a:ext cx="8969400" cy="4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lang="en-US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Quote Author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1499760" y="1188720"/>
            <a:ext cx="9198000" cy="36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64520" indent="-16452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rgbClr val="010102"/>
                </a:solidFill>
                <a:effectLst/>
                <a:uFillTx/>
                <a:latin typeface="Bahnschrift SemiLight"/>
              </a:rPr>
              <a:t>Click to add Quote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121"/>
          </p:nvPr>
        </p:nvSpPr>
        <p:spPr>
          <a:xfrm>
            <a:off x="14997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122"/>
          </p:nvPr>
        </p:nvSpPr>
        <p:spPr>
          <a:xfrm>
            <a:off x="75074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123"/>
          </p:nvPr>
        </p:nvSpPr>
        <p:spPr>
          <a:xfrm>
            <a:off x="102632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FAADE5-4A96-4AB8-8740-6CECE8793AE7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676880" y="5349240"/>
            <a:ext cx="9042840" cy="4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Quote Author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1499760" y="1344240"/>
            <a:ext cx="9198000" cy="329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64520" indent="-16452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add Quote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dt" idx="124"/>
          </p:nvPr>
        </p:nvSpPr>
        <p:spPr>
          <a:xfrm>
            <a:off x="14997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ftr" idx="125"/>
          </p:nvPr>
        </p:nvSpPr>
        <p:spPr>
          <a:xfrm>
            <a:off x="75074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sldNum" idx="126"/>
          </p:nvPr>
        </p:nvSpPr>
        <p:spPr>
          <a:xfrm>
            <a:off x="102632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23A0FE-119D-4556-A08E-042D7E8754A9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3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790200" y="5669280"/>
            <a:ext cx="8804880" cy="46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lang="en-US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Quote Author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12720" y="1097280"/>
            <a:ext cx="896040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64520" indent="-16452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add Quote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dt" idx="127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ftr" idx="128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sldNum" idx="129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123C7F-6CEF-4F22-BCB2-D4E0D780C0C1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12720" y="664200"/>
            <a:ext cx="8466840" cy="155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12720" y="2333880"/>
            <a:ext cx="8466840" cy="36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20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20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dt" idx="130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131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sldNum" idx="132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40B616-9E78-4B4C-87A2-706E4CE3A7EB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4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Star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15120" y="630360"/>
            <a:ext cx="742320" cy="74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33960" y="5475240"/>
            <a:ext cx="10910880" cy="7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buNone/>
              <a:tabLst>
                <a:tab algn="l" pos="0"/>
              </a:tabLst>
            </a:pPr>
            <a:r>
              <a:rPr lang="en-US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Quote Author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12720" y="1378080"/>
            <a:ext cx="10944720" cy="334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marL="164520" indent="-16452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add Quote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dt" idx="133"/>
          </p:nvPr>
        </p:nvSpPr>
        <p:spPr>
          <a:xfrm>
            <a:off x="63396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ftr" idx="134"/>
          </p:nvPr>
        </p:nvSpPr>
        <p:spPr>
          <a:xfrm>
            <a:off x="83660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sldNum" idx="135"/>
          </p:nvPr>
        </p:nvSpPr>
        <p:spPr>
          <a:xfrm>
            <a:off x="111218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1C9166-C159-4192-94E1-6CD7FC7D4D90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74060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1272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dt" idx="136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ftr" idx="137"/>
          </p:nvPr>
        </p:nvSpPr>
        <p:spPr>
          <a:xfrm>
            <a:off x="81691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 type="sldNum" idx="138"/>
          </p:nvPr>
        </p:nvSpPr>
        <p:spPr>
          <a:xfrm>
            <a:off x="1092456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9777FD-26B4-4F09-AFB2-571C8DC97DD9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2">
    <p:bg>
      <p:bgPr>
        <a:solidFill>
          <a:srgbClr val="f7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2477880"/>
            <a:ext cx="1036656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33960" y="635040"/>
            <a:ext cx="10366560" cy="14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33960" y="3242880"/>
            <a:ext cx="4714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6286680" y="3242880"/>
            <a:ext cx="4714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dt" idx="139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ftr" idx="140"/>
          </p:nvPr>
        </p:nvSpPr>
        <p:spPr>
          <a:xfrm>
            <a:off x="78166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sldNum" idx="141"/>
          </p:nvPr>
        </p:nvSpPr>
        <p:spPr>
          <a:xfrm>
            <a:off x="105721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C78D9F-3210-4BAB-BB3A-1E22DA9E90E9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547560"/>
            <a:ext cx="107449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rgbClr val="01010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09480" y="1685880"/>
            <a:ext cx="515700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1" u="none" spc="31" strike="noStrike" cap="all">
                <a:solidFill>
                  <a:srgbClr val="010102"/>
                </a:solidFill>
                <a:effectLst/>
                <a:uFillTx/>
                <a:latin typeface="Bahnschrift SemiBold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609480" y="2387520"/>
            <a:ext cx="5157000" cy="376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dt" idx="142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body"/>
          </p:nvPr>
        </p:nvSpPr>
        <p:spPr>
          <a:xfrm>
            <a:off x="6172200" y="1685880"/>
            <a:ext cx="518256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1" u="none" spc="31" strike="noStrike" cap="all">
                <a:solidFill>
                  <a:srgbClr val="010102"/>
                </a:solidFill>
                <a:effectLst/>
                <a:uFillTx/>
                <a:latin typeface="Bahnschrift SemiBold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body"/>
          </p:nvPr>
        </p:nvSpPr>
        <p:spPr>
          <a:xfrm>
            <a:off x="6172200" y="2387520"/>
            <a:ext cx="5182560" cy="376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7"/>
          <p:cNvSpPr>
            <a:spLocks noGrp="1"/>
          </p:cNvSpPr>
          <p:nvPr>
            <p:ph type="ftr" idx="143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8"/>
          <p:cNvSpPr>
            <a:spLocks noGrp="1"/>
          </p:cNvSpPr>
          <p:nvPr>
            <p:ph type="sldNum" idx="144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F35FFF-D36B-4567-8DCF-CCFF31F92741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dt" idx="145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ftr" idx="146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147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62C0EB-B75D-489E-9196-FF34C47FA376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dt" idx="148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ftr" idx="149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50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EFFF8A-3DCE-4CE4-84B3-41C847C3460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12720" y="553680"/>
            <a:ext cx="3594960" cy="17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12720" y="2311200"/>
            <a:ext cx="3594960" cy="39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dt" idx="151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5134680" y="553680"/>
            <a:ext cx="6439680" cy="575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ftr" idx="152"/>
          </p:nvPr>
        </p:nvSpPr>
        <p:spPr>
          <a:xfrm>
            <a:off x="839016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 type="sldNum" idx="153"/>
          </p:nvPr>
        </p:nvSpPr>
        <p:spPr>
          <a:xfrm>
            <a:off x="111456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7108FA-6662-43DD-8171-83E723E724FC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18120" y="854280"/>
            <a:ext cx="7875720" cy="359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11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dt" idx="154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ftr" idx="155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sldNum" idx="156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C0BB1B-A034-4E07-AAA3-59CEFEDEF236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12720" y="557640"/>
            <a:ext cx="3594960" cy="22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12720" y="2826000"/>
            <a:ext cx="3584880" cy="343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157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5063400" y="557640"/>
            <a:ext cx="6518520" cy="577836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 type="ftr" idx="158"/>
          </p:nvPr>
        </p:nvSpPr>
        <p:spPr>
          <a:xfrm>
            <a:off x="83944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6"/>
          <p:cNvSpPr>
            <a:spLocks noGrp="1"/>
          </p:cNvSpPr>
          <p:nvPr>
            <p:ph type="sldNum" idx="159"/>
          </p:nvPr>
        </p:nvSpPr>
        <p:spPr>
          <a:xfrm>
            <a:off x="111502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601E2D-5E8F-4038-A208-609A744C7C6F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">
    <p:bg>
      <p:bgPr>
        <a:solidFill>
          <a:srgbClr val="f7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14520" y="1847160"/>
            <a:ext cx="734148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12720" y="3594240"/>
            <a:ext cx="10889640" cy="27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160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ftr" idx="161"/>
          </p:nvPr>
        </p:nvSpPr>
        <p:spPr>
          <a:xfrm>
            <a:off x="831816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sldNum" idx="162"/>
          </p:nvPr>
        </p:nvSpPr>
        <p:spPr>
          <a:xfrm>
            <a:off x="1107396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2596F3-9939-4165-838B-3041A1DC110B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ith Pictur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858000" y="1161360"/>
            <a:ext cx="4662720" cy="155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098400" cy="68572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858000" y="2825640"/>
            <a:ext cx="4662720" cy="33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dt" idx="163"/>
          </p:nvPr>
        </p:nvSpPr>
        <p:spPr>
          <a:xfrm>
            <a:off x="6858000" y="6453000"/>
            <a:ext cx="19958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ftr" idx="164"/>
          </p:nvPr>
        </p:nvSpPr>
        <p:spPr>
          <a:xfrm>
            <a:off x="833652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6"/>
          <p:cNvSpPr>
            <a:spLocks noGrp="1"/>
          </p:cNvSpPr>
          <p:nvPr>
            <p:ph type="sldNum" idx="165"/>
          </p:nvPr>
        </p:nvSpPr>
        <p:spPr>
          <a:xfrm>
            <a:off x="1109232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61233D-8648-42CF-94ED-E556BD53E151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 2">
    <p:bg>
      <p:bgPr>
        <a:solidFill>
          <a:srgbClr val="f7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12720" y="1627200"/>
            <a:ext cx="8430120" cy="184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12720" y="3622680"/>
            <a:ext cx="8429760" cy="127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dt" idx="166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ftr" idx="167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sldNum" idx="168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DFE524-9DCC-4176-856A-575F8592CE72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 3">
    <p:bg>
      <p:bgPr>
        <a:solidFill>
          <a:srgbClr val="f7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12720" y="3008880"/>
            <a:ext cx="1094436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12720" y="635040"/>
            <a:ext cx="10944360" cy="20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33960" y="3594240"/>
            <a:ext cx="10923120" cy="262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dt" idx="169"/>
          </p:nvPr>
        </p:nvSpPr>
        <p:spPr>
          <a:xfrm>
            <a:off x="612720" y="64656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ftr" idx="170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sldNum" idx="171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66733E-E418-4C9B-9F14-F530D114BDEC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 4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515880" y="4362840"/>
            <a:ext cx="11041560" cy="149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3980880"/>
          </a:xfrm>
          <a:prstGeom prst="rect">
            <a:avLst/>
          </a:prstGeom>
          <a:blipFill rotWithShape="0">
            <a:blip r:embed="rId2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dt" idx="172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ftr" idx="173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sldNum" idx="174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A23AFD-4B6F-4E3D-861E-5BC93AB0CC29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3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981080" y="1318320"/>
            <a:ext cx="8228880" cy="262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dt" idx="175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ftr" idx="176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sldNum" idx="177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2A3260-B6F9-427B-9C7A-706272611C1B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4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5115960"/>
            <a:ext cx="1092312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33960" y="633960"/>
            <a:ext cx="10923120" cy="422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75000"/>
              </a:lnSpc>
              <a:buNone/>
              <a:tabLst>
                <a:tab algn="l" pos="0"/>
              </a:tabLst>
            </a:pPr>
            <a:r>
              <a:rPr lang="en-GB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1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dt" idx="178"/>
          </p:nvPr>
        </p:nvSpPr>
        <p:spPr>
          <a:xfrm>
            <a:off x="6127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179"/>
          </p:nvPr>
        </p:nvSpPr>
        <p:spPr>
          <a:xfrm>
            <a:off x="837324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sldNum" idx="180"/>
          </p:nvPr>
        </p:nvSpPr>
        <p:spPr>
          <a:xfrm>
            <a:off x="11128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F4B438-56CC-4CFA-AD2A-3F9A1EDFCBE6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the outline text format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5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Outline Level</a:t>
            </a:r>
            <a:endParaRPr lang="sk-SK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Third Outline Level</a:t>
            </a:r>
            <a:endParaRPr lang="sk-SK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Fourth Outline Level</a:t>
            </a:r>
            <a:endParaRPr lang="sk-SK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Fifth Outline Level</a:t>
            </a:r>
            <a:endParaRPr lang="sk-SK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Sixth Outline Level</a:t>
            </a:r>
            <a:endParaRPr lang="sk-SK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Seventh Outline Level</a:t>
            </a:r>
            <a:endParaRPr lang="sk-SK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74320" y="1801440"/>
            <a:ext cx="7771680" cy="45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dt" idx="181"/>
          </p:nvPr>
        </p:nvSpPr>
        <p:spPr>
          <a:xfrm>
            <a:off x="2743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ftr" idx="182"/>
          </p:nvPr>
        </p:nvSpPr>
        <p:spPr>
          <a:xfrm>
            <a:off x="80848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sldNum" idx="183"/>
          </p:nvPr>
        </p:nvSpPr>
        <p:spPr>
          <a:xfrm>
            <a:off x="108406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C90187-9C33-4D36-9347-9B8D91DDEEE0}" type="slidenum">
              <a:rPr lang="en-US" sz="900" b="0" u="none" spc="3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ith Picture 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Lin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3960" y="3586320"/>
            <a:ext cx="5651640" cy="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33960" y="635040"/>
            <a:ext cx="5651640" cy="224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94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9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33960" y="3981600"/>
            <a:ext cx="5651640" cy="224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defTabSz="914400">
              <a:lnSpc>
                <a:spcPct val="8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4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dt" idx="184"/>
          </p:nvPr>
        </p:nvSpPr>
        <p:spPr>
          <a:xfrm>
            <a:off x="633960" y="6453000"/>
            <a:ext cx="10670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ftr" idx="185"/>
          </p:nvPr>
        </p:nvSpPr>
        <p:spPr>
          <a:xfrm>
            <a:off x="310176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sldNum" idx="186"/>
          </p:nvPr>
        </p:nvSpPr>
        <p:spPr>
          <a:xfrm>
            <a:off x="585720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DD5146-1DEB-4C7E-B916-9022A49BF8DD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6"/>
          <p:cNvSpPr>
            <a:spLocks noGrp="1"/>
          </p:cNvSpPr>
          <p:nvPr>
            <p:ph type="body"/>
          </p:nvPr>
        </p:nvSpPr>
        <p:spPr>
          <a:xfrm>
            <a:off x="6920640" y="0"/>
            <a:ext cx="5270760" cy="6857280"/>
          </a:xfrm>
          <a:prstGeom prst="rect">
            <a:avLst/>
          </a:prstGeom>
          <a:blipFill rotWithShape="0">
            <a:blip r:embed="rId4">
              <a:alphaModFix amt="6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Click icon to add picture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1028520" y="2386080"/>
            <a:ext cx="4324320" cy="24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273720" y="2386440"/>
            <a:ext cx="4324320" cy="245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dt" idx="187"/>
          </p:nvPr>
        </p:nvSpPr>
        <p:spPr>
          <a:xfrm>
            <a:off x="10285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ftr" idx="188"/>
          </p:nvPr>
        </p:nvSpPr>
        <p:spPr>
          <a:xfrm>
            <a:off x="741420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sldNum" idx="189"/>
          </p:nvPr>
        </p:nvSpPr>
        <p:spPr>
          <a:xfrm>
            <a:off x="1016964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2BBF06-81AD-45E5-9CD6-8C6675B3058C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028520" y="2258640"/>
            <a:ext cx="3812400" cy="35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GB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title style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5519880" y="2254320"/>
            <a:ext cx="4955400" cy="35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Click to edit Master text styles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Second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5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GB" sz="16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Third level</a:t>
            </a:r>
            <a:endParaRPr lang="sk-SK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dt" idx="190"/>
          </p:nvPr>
        </p:nvSpPr>
        <p:spPr>
          <a:xfrm>
            <a:off x="1028520" y="6453000"/>
            <a:ext cx="349344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&lt;date/time&gt;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ftr" idx="191"/>
          </p:nvPr>
        </p:nvSpPr>
        <p:spPr>
          <a:xfrm>
            <a:off x="7291080" y="6453000"/>
            <a:ext cx="280476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&lt;footer&gt;</a:t>
            </a:r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sldNum" idx="192"/>
          </p:nvPr>
        </p:nvSpPr>
        <p:spPr>
          <a:xfrm>
            <a:off x="10046880" y="6453000"/>
            <a:ext cx="42840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F217C6-5E45-4103-9DCB-BD24679C8FCE}" type="slidenum">
              <a:rPr lang="en-US" sz="900" b="0" u="none" spc="3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&lt;number&gt;</a:t>
            </a:fld>
            <a:endParaRPr lang="sk-SK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33960" y="633960"/>
            <a:ext cx="10923120" cy="422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75000"/>
              </a:lnSpc>
              <a:buNone/>
              <a:tabLst>
                <a:tab algn="l" pos="0"/>
              </a:tabLst>
            </a:pPr>
            <a:r>
              <a:rPr lang="en-US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File organizer</a:t>
            </a:r>
            <a:endParaRPr lang="sk-SK" sz="1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ubTitle"/>
          </p:nvPr>
        </p:nvSpPr>
        <p:spPr>
          <a:xfrm>
            <a:off x="633960" y="5856120"/>
            <a:ext cx="942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Matej Petuchovský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12720" y="48348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OBSAH</a:t>
            </a:r>
            <a:endParaRPr lang="sk-SK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Placeholder 3"/>
          <p:cNvSpPr/>
          <p:nvPr/>
        </p:nvSpPr>
        <p:spPr>
          <a:xfrm>
            <a:off x="612720" y="194436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Definícia problematiky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Stanovenie cieľov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Vyber programovacieho jazyka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Základne funkcie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Zabezpečenie požiadaviek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Distribúcia a údržba projektu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Bef>
                <a:spcPts val="1001"/>
              </a:spcBef>
            </a:pP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Bef>
                <a:spcPts val="1001"/>
              </a:spcBef>
            </a:pP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Placeholder 2"/>
          <p:cNvSpPr/>
          <p:nvPr/>
        </p:nvSpPr>
        <p:spPr>
          <a:xfrm>
            <a:off x="612720" y="224460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endParaRPr lang="sk-SK" sz="2400" b="0" u="none" spc="31" strike="noStrike">
              <a:solidFill>
                <a:schemeClr val="dk2"/>
              </a:solidFill>
              <a:effectLst/>
              <a:uFillTx/>
              <a:latin typeface="Bahnschrift Semi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12720" y="48456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200" b="0" u="none" spc="-91" strike="noStrike" cap="all">
                <a:solidFill>
                  <a:srgbClr val="f7e6d4"/>
                </a:solidFill>
                <a:effectLst/>
                <a:uFillTx/>
                <a:latin typeface="Bahnschrift SemiLight"/>
              </a:rPr>
              <a:t>Problematika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Súborový systém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Placeholder 3"/>
          <p:cNvSpPr/>
          <p:nvPr/>
        </p:nvSpPr>
        <p:spPr>
          <a:xfrm>
            <a:off x="633960" y="331596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veľké množstvo súborov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zložitá súborová štruktúra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nepotrebné súbory (logy,  cache a t.ď.)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Existujúce CLI nástroje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jedno úlohové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komplikované pre bežného používateľa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12720" y="48348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Cieľ</a:t>
            </a:r>
            <a:r>
              <a:rPr lang="en-US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prace</a:t>
            </a:r>
            <a:endParaRPr lang="sk-SK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Placeholder 2"/>
          <p:cNvSpPr/>
          <p:nvPr/>
        </p:nvSpPr>
        <p:spPr>
          <a:xfrm>
            <a:off x="61272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Základne úlohy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Placeholder 3"/>
          <p:cNvSpPr/>
          <p:nvPr/>
        </p:nvSpPr>
        <p:spPr>
          <a:xfrm>
            <a:off x="633960" y="3315960"/>
            <a:ext cx="5157000" cy="25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organizácia súborov v adresári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vlastný CLI nástroj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multiplatformová implementácia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úzko zamerané riešenie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jedna úloha = jedno spustenie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Placeholder 4"/>
          <p:cNvSpPr/>
          <p:nvPr/>
        </p:nvSpPr>
        <p:spPr>
          <a:xfrm>
            <a:off x="6175080" y="224460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Požiadavky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Placeholder 5"/>
          <p:cNvSpPr/>
          <p:nvPr/>
        </p:nvSpPr>
        <p:spPr>
          <a:xfrm>
            <a:off x="60958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rýchlosť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jednoduchosť v použití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bezpečnosť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2"/>
                </a:solidFill>
                <a:effectLst/>
                <a:uFillTx/>
                <a:latin typeface="Bahnschrift SemiLight"/>
              </a:rPr>
              <a:t>spoľahlivosť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Placeholder 2"/>
          <p:cNvSpPr/>
          <p:nvPr/>
        </p:nvSpPr>
        <p:spPr>
          <a:xfrm>
            <a:off x="612720" y="224460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endParaRPr lang="sk-SK" sz="2400" b="0" u="none" spc="31" strike="noStrike">
              <a:solidFill>
                <a:schemeClr val="dk2"/>
              </a:solidFill>
              <a:effectLst/>
              <a:uFillTx/>
              <a:latin typeface="Bahnschrift Semi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/>
          </p:nvPr>
        </p:nvSpPr>
        <p:spPr>
          <a:xfrm>
            <a:off x="612720" y="2743200"/>
            <a:ext cx="6134760" cy="448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vysoký</a:t>
            </a:r>
            <a:r>
              <a:rPr lang="en-US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výkon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pamäťová</a:t>
            </a:r>
            <a:r>
              <a:rPr lang="en-US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bezpečnosť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spoľahlivosť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dobrý</a:t>
            </a:r>
            <a:r>
              <a:rPr lang="en-US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 CLI </a:t>
            </a: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ekosystém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itle 1"/>
          <p:cNvSpPr/>
          <p:nvPr/>
        </p:nvSpPr>
        <p:spPr>
          <a:xfrm>
            <a:off x="612720" y="484560"/>
            <a:ext cx="1065204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80000"/>
              </a:lnSpc>
            </a:pPr>
            <a:r>
              <a:rPr lang="sk-SK" sz="62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rust</a:t>
            </a:r>
            <a:endParaRPr lang="sk-SK" sz="6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Picture 4" descr="Rust - Programming language for safety and speed? | Build From Zero"/>
          <p:cNvPicPr/>
          <p:nvPr/>
        </p:nvPicPr>
        <p:blipFill>
          <a:blip r:embed="rId1"/>
          <a:srcRect l="16389" t="0" r="16389" b="0"/>
          <a:stretch/>
        </p:blipFill>
        <p:spPr>
          <a:xfrm>
            <a:off x="5276880" y="0"/>
            <a:ext cx="691452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Box 10"/>
          <p:cNvSpPr/>
          <p:nvPr/>
        </p:nvSpPr>
        <p:spPr>
          <a:xfrm>
            <a:off x="476280" y="5517000"/>
            <a:ext cx="6095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Python</a:t>
            </a:r>
            <a:r>
              <a:rPr lang="sk-SK" sz="1800" b="0" u="none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 → pomalší, nespoľahlivý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sk-SK" sz="1800" b="0" u="none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C → výkonnejší, rizikový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Placeholder 2"/>
          <p:cNvSpPr/>
          <p:nvPr/>
        </p:nvSpPr>
        <p:spPr>
          <a:xfrm>
            <a:off x="612720" y="19839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Výhody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Placeholder 2"/>
          <p:cNvSpPr/>
          <p:nvPr/>
        </p:nvSpPr>
        <p:spPr>
          <a:xfrm>
            <a:off x="476280" y="47577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Porovnanie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vyhľadávanie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Súborový systém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Placeholder 3"/>
          <p:cNvSpPr/>
          <p:nvPr/>
        </p:nvSpPr>
        <p:spPr>
          <a:xfrm>
            <a:off x="633960" y="342900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rekurzívny</a:t>
            </a:r>
            <a:r>
              <a:rPr lang="en-GB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 režim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nerekurzívny režim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práca so skrytými súbormi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Filtri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podľa mena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podľa veľkosti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podľa prípony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podľa dátumu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regex podpora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12720" y="48456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Triedenie</a:t>
            </a:r>
            <a:endParaRPr lang="sk-SK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Režimy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Placeholder 3"/>
          <p:cNvSpPr/>
          <p:nvPr/>
        </p:nvSpPr>
        <p:spPr>
          <a:xfrm>
            <a:off x="633960" y="3308040"/>
            <a:ext cx="5157000" cy="34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obyčajné triedenie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rekurzívne triedenie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Bef>
                <a:spcPts val="1001"/>
              </a:spcBef>
            </a:pP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presun súborov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3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kopírovanie súborov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Triedenie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podľa veľkosti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podľa dátumu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podľa prípony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Inteligentne</a:t>
            </a:r>
            <a:r>
              <a:rPr lang="en-US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čistenie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Odstránenie nepotrebných dát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Placeholder 3"/>
          <p:cNvSpPr/>
          <p:nvPr/>
        </p:nvSpPr>
        <p:spPr>
          <a:xfrm>
            <a:off x="633960" y="342900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dočasné súbory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recovery súbory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záložné kópie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logy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diagnostické súbory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cache priečinky 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Citlivá operácia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dôraz na opatrnosť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dôraz na testovanie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Bef>
                <a:spcPts val="1001"/>
              </a:spcBef>
            </a:pP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12720" y="484560"/>
            <a:ext cx="1152720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Bezpečnosť</a:t>
            </a:r>
            <a:r>
              <a:rPr lang="en-US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 a </a:t>
            </a:r>
            <a:r>
              <a:rPr lang="sk-SK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spoľahlivosť</a:t>
            </a:r>
            <a:endParaRPr lang="sk-SK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Placeholder 2"/>
          <p:cNvSpPr/>
          <p:nvPr/>
        </p:nvSpPr>
        <p:spPr>
          <a:xfrm>
            <a:off x="633960" y="2324160"/>
            <a:ext cx="238032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Chyby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Placeholder 3"/>
          <p:cNvSpPr/>
          <p:nvPr/>
        </p:nvSpPr>
        <p:spPr>
          <a:xfrm>
            <a:off x="633960" y="3308040"/>
            <a:ext cx="2380320" cy="16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odchytávanie chýb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bezpečné ukončenie programu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Placeholder 4"/>
          <p:cNvSpPr/>
          <p:nvPr/>
        </p:nvSpPr>
        <p:spPr>
          <a:xfrm>
            <a:off x="8370000" y="2324160"/>
            <a:ext cx="37699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Automatické nástroje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7"/>
          <p:cNvSpPr/>
          <p:nvPr/>
        </p:nvSpPr>
        <p:spPr>
          <a:xfrm>
            <a:off x="5661000" y="3308040"/>
            <a:ext cx="2065680" cy="13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unit testy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manuálne testovanie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Placeholder 4"/>
          <p:cNvSpPr/>
          <p:nvPr/>
        </p:nvSpPr>
        <p:spPr>
          <a:xfrm>
            <a:off x="3423600" y="2324160"/>
            <a:ext cx="21513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Logovanie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Placeholder 4"/>
          <p:cNvSpPr/>
          <p:nvPr/>
        </p:nvSpPr>
        <p:spPr>
          <a:xfrm>
            <a:off x="5661000" y="2324160"/>
            <a:ext cx="21513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Testovanie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Placeholder 3"/>
          <p:cNvSpPr/>
          <p:nvPr/>
        </p:nvSpPr>
        <p:spPr>
          <a:xfrm>
            <a:off x="3661200" y="3308040"/>
            <a:ext cx="1356480" cy="16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Info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Debug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Trace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2"/>
          <p:cNvSpPr/>
          <p:nvPr/>
        </p:nvSpPr>
        <p:spPr>
          <a:xfrm>
            <a:off x="8370000" y="3308040"/>
            <a:ext cx="215136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cargo audit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clippy kontrola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2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optimalizácie</a:t>
            </a:r>
            <a:endParaRPr lang="sk-SK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Prechádzanie adresárov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Placeholder 3"/>
          <p:cNvSpPr/>
          <p:nvPr/>
        </p:nvSpPr>
        <p:spPr>
          <a:xfrm>
            <a:off x="633960" y="342900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DFS pri vyhľadávaní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BFS pri sortovaní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Šetrenie prostriedkov</a:t>
            </a:r>
            <a:endParaRPr lang="sk-SK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referencia namiesto kópii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skóre uvoľnenie dát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chemeClr val="dk1"/>
                </a:solidFill>
                <a:effectLst/>
                <a:uFillTx/>
                <a:latin typeface="Bahnschrift SemiLight"/>
              </a:rPr>
              <a:t>lenivé iterácie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12720" y="1715400"/>
            <a:ext cx="10652760" cy="45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12720" y="484560"/>
            <a:ext cx="10652040" cy="11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Distribúcia</a:t>
            </a:r>
            <a:r>
              <a:rPr lang="en-US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 a </a:t>
            </a:r>
            <a:r>
              <a:rPr lang="sk-SK" sz="6600" b="0" u="none" spc="-91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údržba</a:t>
            </a:r>
            <a:endParaRPr lang="sk-SK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Placeholder 2"/>
          <p:cNvSpPr/>
          <p:nvPr/>
        </p:nvSpPr>
        <p:spPr>
          <a:xfrm>
            <a:off x="633960" y="232416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Distribúcia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Placeholder 3"/>
          <p:cNvSpPr/>
          <p:nvPr/>
        </p:nvSpPr>
        <p:spPr>
          <a:xfrm>
            <a:off x="633960" y="3308040"/>
            <a:ext cx="5157000" cy="34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open-source projekt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MIT licencia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verejný repozitár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GitHub releases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Placeholder 4"/>
          <p:cNvSpPr/>
          <p:nvPr/>
        </p:nvSpPr>
        <p:spPr>
          <a:xfrm>
            <a:off x="6196680" y="2324160"/>
            <a:ext cx="51825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sk-SK" sz="24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Údržba</a:t>
            </a:r>
            <a:endParaRPr lang="sk-SK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Placeholder 5"/>
          <p:cNvSpPr/>
          <p:nvPr/>
        </p:nvSpPr>
        <p:spPr>
          <a:xfrm>
            <a:off x="6196680" y="3315960"/>
            <a:ext cx="518256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inštalačný návod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dokumentácia príkazov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sémantické verzovanie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GitHub Issues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5000"/>
              </a:lnSpc>
              <a:spcBef>
                <a:spcPts val="1001"/>
              </a:spcBef>
              <a:buClr>
                <a:srgbClr val="f7e6d4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f7e6d4"/>
                </a:solidFill>
                <a:effectLst/>
                <a:uFillTx/>
                <a:latin typeface="Bahnschrift SemiLight"/>
              </a:rPr>
              <a:t>Pull Requests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12720" y="483480"/>
            <a:ext cx="10652760" cy="113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lang="sk-SK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Výsledok</a:t>
            </a:r>
            <a:r>
              <a:rPr lang="en-US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6600" b="0" u="none" spc="-91" strike="noStrike" cap="all">
                <a:solidFill>
                  <a:schemeClr val="dk2"/>
                </a:solidFill>
                <a:effectLst/>
                <a:uFillTx/>
                <a:latin typeface="Bahnschrift SemiLight"/>
              </a:rPr>
              <a:t>práce</a:t>
            </a:r>
            <a:endParaRPr lang="sk-SK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Placeholder 3"/>
          <p:cNvSpPr/>
          <p:nvPr/>
        </p:nvSpPr>
        <p:spPr>
          <a:xfrm>
            <a:off x="612720" y="2352240"/>
            <a:ext cx="5157000" cy="37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CLI nástroj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vyhľadávanie, triedenie, čistenie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jednoduché použitie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vysoká rýchlosť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dôraz na bezpečnosť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5000"/>
              </a:lnSpc>
              <a:spcBef>
                <a:spcPts val="1001"/>
              </a:spcBef>
              <a:buClr>
                <a:srgbClr val="010102"/>
              </a:buClr>
              <a:buFont typeface="Arial"/>
              <a:buChar char="•"/>
            </a:pPr>
            <a:r>
              <a:rPr lang="sk-SK" sz="1800" b="0" u="none" spc="31" strike="noStrike">
                <a:solidFill>
                  <a:srgbClr val="010102"/>
                </a:solidFill>
                <a:effectLst/>
                <a:uFillTx/>
                <a:latin typeface="Bahnschrift SemiLight"/>
              </a:rPr>
              <a:t>možnosť ďalšieho rozšírenia</a:t>
            </a:r>
            <a:endParaRPr lang="sk-SK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Placeholder 2"/>
          <p:cNvSpPr/>
          <p:nvPr/>
        </p:nvSpPr>
        <p:spPr>
          <a:xfrm>
            <a:off x="612720" y="2244600"/>
            <a:ext cx="515700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5000"/>
              </a:lnSpc>
              <a:spcBef>
                <a:spcPts val="1001"/>
              </a:spcBef>
              <a:tabLst>
                <a:tab algn="l" pos="0"/>
              </a:tabLst>
            </a:pPr>
            <a:endParaRPr lang="sk-SK" sz="2400" b="0" u="none" spc="31" strike="noStrike">
              <a:solidFill>
                <a:schemeClr val="dk2"/>
              </a:solidFill>
              <a:effectLst/>
              <a:uFillTx/>
              <a:latin typeface="Bahnschrift Semi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33960" y="633960"/>
            <a:ext cx="10923120" cy="422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75000"/>
              </a:lnSpc>
              <a:buNone/>
              <a:tabLst>
                <a:tab algn="l" pos="0"/>
              </a:tabLst>
            </a:pPr>
            <a:r>
              <a:rPr lang="sk-SK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Ďakujem</a:t>
            </a:r>
            <a:r>
              <a:rPr lang="en-US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za</a:t>
            </a:r>
            <a:r>
              <a:rPr lang="en-US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 </a:t>
            </a:r>
            <a:r>
              <a:rPr lang="sk-SK" sz="11600" b="0" u="none" strike="noStrike" cap="all">
                <a:solidFill>
                  <a:schemeClr val="lt2"/>
                </a:solidFill>
                <a:effectLst/>
                <a:uFillTx/>
                <a:latin typeface="Bahnschrift SemiLight"/>
              </a:rPr>
              <a:t>pozornosť</a:t>
            </a:r>
            <a:endParaRPr lang="sk-SK" sz="1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subTitle"/>
          </p:nvPr>
        </p:nvSpPr>
        <p:spPr>
          <a:xfrm>
            <a:off x="633960" y="5856120"/>
            <a:ext cx="9423720" cy="3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pc="31" strike="noStrike">
                <a:solidFill>
                  <a:schemeClr val="lt2"/>
                </a:solidFill>
                <a:effectLst/>
                <a:uFillTx/>
                <a:latin typeface="Bahnschrift SemiLight"/>
              </a:rPr>
              <a:t>Priestor na vaše otázky</a:t>
            </a:r>
            <a:endParaRPr lang="sk-SK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lockworkElegance_Sales">
  <a:themeElements>
    <a:clrScheme name="Custom 27">
      <a:dk1>
        <a:srgbClr val="000000"/>
      </a:dk1>
      <a:lt1>
        <a:srgbClr val="ffffff"/>
      </a:lt1>
      <a:dk2>
        <a:srgbClr val="000102"/>
      </a:dk2>
      <a:lt2>
        <a:srgbClr val="f7e6d3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2b241e"/>
      </a:accent6>
      <a:hlink>
        <a:srgbClr val="fdf2d3"/>
      </a:hlink>
      <a:folHlink>
        <a:srgbClr val="512218"/>
      </a:folHlink>
    </a:clrScheme>
    <a:fontScheme name="Custom 23">
      <a:majorFont>
        <a:latin typeface="Bahnschrift SemiLight" pitchFamily="0" charset="1"/>
        <a:ea typeface=""/>
        <a:cs typeface=""/>
      </a:majorFont>
      <a:minorFont>
        <a:latin typeface="Bahnschrift Semi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185BFC-6E97-4C88-9034-F2A7ED1C005E}">
  <ds:schemaRefs>
    <ds:schemaRef ds:uri="http://schemas.microsoft.com/sharepoint/v3"/>
    <ds:schemaRef ds:uri="71af3243-3dd4-4a8d-8c0d-dd76da1f02a5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16c05727-aa75-4e4a-9b5f-8a80a1165891"/>
    <ds:schemaRef ds:uri="230e9df3-be65-4c73-a93b-d1236ebd677e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9F4493-28C5-41EE-82D6-BF149D071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192</TotalTime>
  <Application>LibreOffice/25.8.5.2$Linux_X86_64 LibreOffice_project/580$Build-2</Application>
  <AppVersion>15.0000</AppVersion>
  <Words>257</Words>
  <Paragraphs>114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2026-04-09T16:24:45Z</dcterms:created>
  <dc:creator>Matej Petuchovsky</dc:creator>
  <dc:description/>
  <dc:language>en-US</dc:language>
  <cp:lastModifiedBy/>
  <dcterms:modified xsi:type="dcterms:W3CDTF">2026-04-26T14:34:17Z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PresentationFormat">
    <vt:lpwstr>Widescreen</vt:lpwstr>
  </property>
  <property fmtid="{D5CDD505-2E9C-101B-9397-08002B2CF9AE}" pid="5" name="Slides">
    <vt:i4>13</vt:i4>
  </property>
</Properties>
</file>