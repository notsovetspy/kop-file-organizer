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56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presProps.xml" ContentType="application/vnd.openxmlformats-officedocument.presentationml.presProps+xml"/>
  <Override PartName="/ppt/media/image8.svg" ContentType="image/svg"/>
  <Override PartName="/ppt/media/image29.svg" ContentType="image/svg"/>
  <Override PartName="/ppt/media/image31.svg" ContentType="image/svg"/>
  <Override PartName="/ppt/media/image24.svg" ContentType="image/svg"/>
  <Override PartName="/ppt/media/image22.svg" ContentType="image/svg"/>
  <Override PartName="/ppt/media/image3.svg" ContentType="image/svg"/>
  <Override PartName="/ppt/media/image34.svg" ContentType="image/svg"/>
  <Override PartName="/ppt/media/image27.svg" ContentType="image/svg"/>
  <Override PartName="/ppt/media/image5.svg" ContentType="image/svg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6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e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e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e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eg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eg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22.svg"/><Relationship Id="rId4" Type="http://schemas.openxmlformats.org/officeDocument/2006/relationships/image" Target="../media/image6.jpeg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24.svg"/><Relationship Id="rId4" Type="http://schemas.openxmlformats.org/officeDocument/2006/relationships/image" Target="../media/image25.jpeg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24.svg"/><Relationship Id="rId4" Type="http://schemas.openxmlformats.org/officeDocument/2006/relationships/image" Target="../media/image25.jpeg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7.svg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svg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31.svg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jpeg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22.svg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34.svg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with Picture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65760" y="5218200"/>
            <a:ext cx="11460240" cy="7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12191760" cy="4986000"/>
          </a:xfrm>
          <a:prstGeom prst="rect">
            <a:avLst/>
          </a:prstGeom>
          <a:blipFill rotWithShape="0">
            <a:blip r:embed="rId2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36576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 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864144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 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113968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C431C7-589F-466F-AEAF-69B04ED3523A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11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 2">
    <p:bg>
      <p:bgPr>
        <a:solidFill>
          <a:schemeClr val="accent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ine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33960" y="5862960"/>
            <a:ext cx="10923480" cy="74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33960" y="2129400"/>
            <a:ext cx="10923480" cy="3733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94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9400" b="0" u="none" strike="noStrike">
              <a:solidFill>
                <a:schemeClr val="lt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63396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 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743004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 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1018584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E6BDA04-E24A-40A8-AABA-DADED82A27CC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11</a:t>
            </a:fld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 3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Line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33960" y="5862960"/>
            <a:ext cx="10923480" cy="74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33960" y="2129400"/>
            <a:ext cx="10923480" cy="372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9400" b="0" u="none" spc="-9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9400" b="0" u="none" strike="noStrike">
              <a:solidFill>
                <a:schemeClr val="lt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dt" idx="7"/>
          </p:nvPr>
        </p:nvSpPr>
        <p:spPr>
          <a:xfrm>
            <a:off x="63396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 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ftr" idx="8"/>
          </p:nvPr>
        </p:nvSpPr>
        <p:spPr>
          <a:xfrm>
            <a:off x="743004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 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sldNum" idx="9"/>
          </p:nvPr>
        </p:nvSpPr>
        <p:spPr>
          <a:xfrm>
            <a:off x="1018584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DC93185-212E-4072-B5CD-69D70B5B88F7}" type="slidenum"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11</a:t>
            </a:fld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12720" y="664200"/>
            <a:ext cx="8467200" cy="1554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94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94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12720" y="2333880"/>
            <a:ext cx="8467200" cy="368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8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2286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20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Second level</a:t>
            </a:r>
            <a:endParaRPr lang="en-US" sz="20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4572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20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Third level</a:t>
            </a:r>
            <a:endParaRPr lang="en-US" sz="20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80848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108406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AB768E-4853-4B65-BCB6-38327379D7C9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 with Picture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858000" y="1161360"/>
            <a:ext cx="4663080" cy="1554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94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94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6098760" cy="6857640"/>
          </a:xfrm>
          <a:prstGeom prst="rect">
            <a:avLst/>
          </a:prstGeom>
          <a:blipFill rotWithShape="0">
            <a:blip r:embed="rId2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858000" y="2825640"/>
            <a:ext cx="4663080" cy="333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8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2286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8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Second level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4572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8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Third level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6858000" y="6453000"/>
            <a:ext cx="19962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833652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1109232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C70297C-BC7B-44FE-B2A1-EBA72C619635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 with Picture 2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Line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33960" y="3586320"/>
            <a:ext cx="5652000" cy="3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33960" y="635040"/>
            <a:ext cx="5652000" cy="2241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94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94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633960" y="3981600"/>
            <a:ext cx="5652000" cy="22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defTabSz="914400">
              <a:lnSpc>
                <a:spcPct val="8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8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2286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Second level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4572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4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Third level</a:t>
            </a:r>
            <a:endParaRPr lang="en-US" sz="14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dt" idx="16"/>
          </p:nvPr>
        </p:nvSpPr>
        <p:spPr>
          <a:xfrm>
            <a:off x="633960" y="6453000"/>
            <a:ext cx="10674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ftr" idx="17"/>
          </p:nvPr>
        </p:nvSpPr>
        <p:spPr>
          <a:xfrm>
            <a:off x="310176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sldNum" idx="18"/>
          </p:nvPr>
        </p:nvSpPr>
        <p:spPr>
          <a:xfrm>
            <a:off x="585720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5BBC54C-7E16-470E-9CAE-F88412F77746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body"/>
          </p:nvPr>
        </p:nvSpPr>
        <p:spPr>
          <a:xfrm>
            <a:off x="6920640" y="0"/>
            <a:ext cx="5271120" cy="6857640"/>
          </a:xfrm>
          <a:prstGeom prst="rect">
            <a:avLst/>
          </a:prstGeom>
          <a:blipFill rotWithShape="0">
            <a:blip r:embed="rId4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2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028520" y="2386080"/>
            <a:ext cx="4324680" cy="245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6273720" y="2386440"/>
            <a:ext cx="4324680" cy="245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2286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Second level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4572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Third level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19"/>
          </p:nvPr>
        </p:nvSpPr>
        <p:spPr>
          <a:xfrm>
            <a:off x="10285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0"/>
          </p:nvPr>
        </p:nvSpPr>
        <p:spPr>
          <a:xfrm>
            <a:off x="741420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1"/>
          </p:nvPr>
        </p:nvSpPr>
        <p:spPr>
          <a:xfrm>
            <a:off x="1016964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48EB6A8-2187-4703-BCAB-2659C7792A3E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3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1028520" y="2258640"/>
            <a:ext cx="3812760" cy="35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5519880" y="2254320"/>
            <a:ext cx="4955760" cy="35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2286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Second level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4572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Third level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2"/>
          </p:nvPr>
        </p:nvSpPr>
        <p:spPr>
          <a:xfrm>
            <a:off x="10285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3"/>
          </p:nvPr>
        </p:nvSpPr>
        <p:spPr>
          <a:xfrm>
            <a:off x="72910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4"/>
          </p:nvPr>
        </p:nvSpPr>
        <p:spPr>
          <a:xfrm>
            <a:off x="100468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1BBBD80-6C79-4A38-BEA7-41F5A83EC525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4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14520" y="1537920"/>
            <a:ext cx="4145400" cy="463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</a:t>
            </a: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5519880" y="1538280"/>
            <a:ext cx="5681160" cy="481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2286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Second level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4572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Third level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25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26"/>
          </p:nvPr>
        </p:nvSpPr>
        <p:spPr>
          <a:xfrm>
            <a:off x="80164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27"/>
          </p:nvPr>
        </p:nvSpPr>
        <p:spPr>
          <a:xfrm>
            <a:off x="107722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D73CA8C-AF19-4C8B-ADE6-D7F395351C67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5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14520" y="877320"/>
            <a:ext cx="4141800" cy="494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9400" b="0" u="none" spc="-9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94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5522760" y="877320"/>
            <a:ext cx="6159240" cy="5390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2286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Second level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4572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Third level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28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ftr" idx="29"/>
          </p:nvPr>
        </p:nvSpPr>
        <p:spPr>
          <a:xfrm>
            <a:off x="849744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sldNum" idx="30"/>
          </p:nvPr>
        </p:nvSpPr>
        <p:spPr>
          <a:xfrm>
            <a:off x="1125324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6B89183-F367-41DB-8B87-6801B7EF60F4}" type="slidenum"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6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372600" y="548640"/>
            <a:ext cx="3493800" cy="571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4504320" y="549360"/>
            <a:ext cx="7314840" cy="580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dt" idx="31"/>
          </p:nvPr>
        </p:nvSpPr>
        <p:spPr>
          <a:xfrm>
            <a:off x="37260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ftr" idx="32"/>
          </p:nvPr>
        </p:nvSpPr>
        <p:spPr>
          <a:xfrm>
            <a:off x="863460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sldNum" idx="33"/>
          </p:nvPr>
        </p:nvSpPr>
        <p:spPr>
          <a:xfrm>
            <a:off x="1139040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DFA1F82-0372-4C22-94A9-23A76B5CAD52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Content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12720" y="548640"/>
            <a:ext cx="10653120" cy="11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12720" y="1715400"/>
            <a:ext cx="10653120" cy="45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8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dt" idx="34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ftr" idx="35"/>
          </p:nvPr>
        </p:nvSpPr>
        <p:spPr>
          <a:xfrm>
            <a:off x="80848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sldNum" idx="36"/>
          </p:nvPr>
        </p:nvSpPr>
        <p:spPr>
          <a:xfrm>
            <a:off x="108406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8CB6702-E418-4E26-9033-A9E87FB26A2C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7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33960" y="635040"/>
            <a:ext cx="4714560" cy="558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9400" b="0" u="none" spc="-9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Click to edit </a:t>
            </a:r>
            <a:r>
              <a:rPr lang="en-GB" sz="9400" b="0" u="none" spc="-9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Master title </a:t>
            </a:r>
            <a:r>
              <a:rPr lang="en-GB" sz="9400" b="0" u="none" spc="-9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style</a:t>
            </a:r>
            <a:endParaRPr lang="en-US" sz="94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286320" y="635040"/>
            <a:ext cx="5271120" cy="558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dt" idx="37"/>
          </p:nvPr>
        </p:nvSpPr>
        <p:spPr>
          <a:xfrm>
            <a:off x="63396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ftr" idx="38"/>
          </p:nvPr>
        </p:nvSpPr>
        <p:spPr>
          <a:xfrm>
            <a:off x="837324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 type="sldNum" idx="39"/>
          </p:nvPr>
        </p:nvSpPr>
        <p:spPr>
          <a:xfrm>
            <a:off x="111286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1846C70-7CD6-42A8-AD40-E4E8C91CD0F9}" type="slidenum"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Content 8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33960" y="635040"/>
            <a:ext cx="10923480" cy="148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633960" y="2495160"/>
            <a:ext cx="10923480" cy="372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8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dt" idx="40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ftr" idx="41"/>
          </p:nvPr>
        </p:nvSpPr>
        <p:spPr>
          <a:xfrm>
            <a:off x="837324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sldNum" idx="42"/>
          </p:nvPr>
        </p:nvSpPr>
        <p:spPr>
          <a:xfrm>
            <a:off x="111286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1B69562-F0D9-4C9F-8CA0-0807AA56A464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Picture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538960" y="548640"/>
            <a:ext cx="609300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4793400" cy="6857640"/>
          </a:xfrm>
          <a:prstGeom prst="rect">
            <a:avLst/>
          </a:prstGeom>
          <a:blipFill rotWithShape="0">
            <a:blip r:embed="rId2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body"/>
          </p:nvPr>
        </p:nvSpPr>
        <p:spPr>
          <a:xfrm>
            <a:off x="5538960" y="1828800"/>
            <a:ext cx="6071400" cy="448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 type="dt" idx="43"/>
          </p:nvPr>
        </p:nvSpPr>
        <p:spPr>
          <a:xfrm>
            <a:off x="5538960" y="6453000"/>
            <a:ext cx="33372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 type="ftr" idx="44"/>
          </p:nvPr>
        </p:nvSpPr>
        <p:spPr>
          <a:xfrm>
            <a:off x="842580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 type="sldNum" idx="45"/>
          </p:nvPr>
        </p:nvSpPr>
        <p:spPr>
          <a:xfrm>
            <a:off x="1118124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F5B21AB-92F3-42EC-A279-2CE762DE95E4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Picture 2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612720" y="548640"/>
            <a:ext cx="613512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612720" y="1828800"/>
            <a:ext cx="6135120" cy="448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dt" idx="46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ftr" idx="47"/>
          </p:nvPr>
        </p:nvSpPr>
        <p:spPr>
          <a:xfrm>
            <a:off x="35632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5"/>
          <p:cNvSpPr>
            <a:spLocks noGrp="1"/>
          </p:cNvSpPr>
          <p:nvPr>
            <p:ph type="sldNum" idx="48"/>
          </p:nvPr>
        </p:nvSpPr>
        <p:spPr>
          <a:xfrm>
            <a:off x="63190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EAD29C2-B428-4C2B-A036-44699E1BAACF}" type="slidenum"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PlaceHolder 6"/>
          <p:cNvSpPr>
            <a:spLocks noGrp="1"/>
          </p:cNvSpPr>
          <p:nvPr>
            <p:ph type="body"/>
          </p:nvPr>
        </p:nvSpPr>
        <p:spPr>
          <a:xfrm>
            <a:off x="7398000" y="0"/>
            <a:ext cx="4793400" cy="6857640"/>
          </a:xfrm>
          <a:prstGeom prst="rect">
            <a:avLst/>
          </a:prstGeom>
          <a:blipFill rotWithShape="0">
            <a:blip r:embed="rId2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Picture 3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745880" y="320040"/>
            <a:ext cx="6857640" cy="9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4023000" cy="6857640"/>
          </a:xfrm>
          <a:prstGeom prst="rect">
            <a:avLst/>
          </a:prstGeom>
          <a:blipFill rotWithShape="0">
            <a:blip r:embed="rId2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4745880" y="1380600"/>
            <a:ext cx="6857640" cy="4983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dt" idx="49"/>
          </p:nvPr>
        </p:nvSpPr>
        <p:spPr>
          <a:xfrm>
            <a:off x="474588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5"/>
          <p:cNvSpPr>
            <a:spLocks noGrp="1"/>
          </p:cNvSpPr>
          <p:nvPr>
            <p:ph type="ftr" idx="50"/>
          </p:nvPr>
        </p:nvSpPr>
        <p:spPr>
          <a:xfrm>
            <a:off x="841896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6"/>
          <p:cNvSpPr>
            <a:spLocks noGrp="1"/>
          </p:cNvSpPr>
          <p:nvPr>
            <p:ph type="sldNum" idx="51"/>
          </p:nvPr>
        </p:nvSpPr>
        <p:spPr>
          <a:xfrm>
            <a:off x="1117440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32849C5-0328-4E33-9D6E-3B77542C077B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Picture 4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12720" y="320040"/>
            <a:ext cx="6857640" cy="9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612720" y="1380600"/>
            <a:ext cx="6857640" cy="4983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dt" idx="52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 type="ftr" idx="53"/>
          </p:nvPr>
        </p:nvSpPr>
        <p:spPr>
          <a:xfrm>
            <a:off x="428580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sldNum" idx="54"/>
          </p:nvPr>
        </p:nvSpPr>
        <p:spPr>
          <a:xfrm>
            <a:off x="704160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F854FFD-D5C6-46F4-A424-AEEAD5D3EE76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6"/>
          <p:cNvSpPr>
            <a:spLocks noGrp="1"/>
          </p:cNvSpPr>
          <p:nvPr>
            <p:ph type="body"/>
          </p:nvPr>
        </p:nvSpPr>
        <p:spPr>
          <a:xfrm>
            <a:off x="8168760" y="0"/>
            <a:ext cx="4023000" cy="6857640"/>
          </a:xfrm>
          <a:prstGeom prst="rect">
            <a:avLst/>
          </a:prstGeom>
          <a:blipFill rotWithShape="0">
            <a:blip r:embed="rId2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Picture 5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7253640" y="584280"/>
            <a:ext cx="4361400" cy="152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</a:t>
            </a: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6611040" cy="6857640"/>
          </a:xfrm>
          <a:prstGeom prst="rect">
            <a:avLst/>
          </a:prstGeom>
          <a:blipFill rotWithShape="0">
            <a:blip r:embed="rId2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7253640" y="2212920"/>
            <a:ext cx="4362120" cy="409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 type="dt" idx="55"/>
          </p:nvPr>
        </p:nvSpPr>
        <p:spPr>
          <a:xfrm>
            <a:off x="7253640" y="6453000"/>
            <a:ext cx="16225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5"/>
          <p:cNvSpPr>
            <a:spLocks noGrp="1"/>
          </p:cNvSpPr>
          <p:nvPr>
            <p:ph type="ftr" idx="56"/>
          </p:nvPr>
        </p:nvSpPr>
        <p:spPr>
          <a:xfrm>
            <a:off x="84304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6"/>
          <p:cNvSpPr>
            <a:spLocks noGrp="1"/>
          </p:cNvSpPr>
          <p:nvPr>
            <p:ph type="sldNum" idx="57"/>
          </p:nvPr>
        </p:nvSpPr>
        <p:spPr>
          <a:xfrm>
            <a:off x="111862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2B9845C-86CC-4DB3-8B6C-ADC6BB7407F7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Picture 6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612720" y="583560"/>
            <a:ext cx="4361400" cy="152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</a:t>
            </a: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612720" y="2212920"/>
            <a:ext cx="4360680" cy="409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dt" idx="58"/>
          </p:nvPr>
        </p:nvSpPr>
        <p:spPr>
          <a:xfrm>
            <a:off x="612720" y="6453000"/>
            <a:ext cx="2030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PlaceHolder 4"/>
          <p:cNvSpPr>
            <a:spLocks noGrp="1"/>
          </p:cNvSpPr>
          <p:nvPr>
            <p:ph type="ftr" idx="59"/>
          </p:nvPr>
        </p:nvSpPr>
        <p:spPr>
          <a:xfrm>
            <a:off x="178884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5"/>
          <p:cNvSpPr>
            <a:spLocks noGrp="1"/>
          </p:cNvSpPr>
          <p:nvPr>
            <p:ph type="sldNum" idx="60"/>
          </p:nvPr>
        </p:nvSpPr>
        <p:spPr>
          <a:xfrm>
            <a:off x="45442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F1166BC-ACEA-4FBE-8E79-FDF4752BDFA5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6"/>
          <p:cNvSpPr>
            <a:spLocks noGrp="1"/>
          </p:cNvSpPr>
          <p:nvPr>
            <p:ph type="body"/>
          </p:nvPr>
        </p:nvSpPr>
        <p:spPr>
          <a:xfrm>
            <a:off x="5580360" y="0"/>
            <a:ext cx="6611040" cy="6857640"/>
          </a:xfrm>
          <a:prstGeom prst="rect">
            <a:avLst/>
          </a:prstGeom>
          <a:blipFill rotWithShape="0">
            <a:blip r:embed="rId2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Picture 7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7094520" y="320040"/>
            <a:ext cx="4522680" cy="9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6491880" cy="6857640"/>
          </a:xfrm>
          <a:prstGeom prst="rect">
            <a:avLst/>
          </a:prstGeom>
          <a:blipFill rotWithShape="0">
            <a:blip r:embed="rId2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body"/>
          </p:nvPr>
        </p:nvSpPr>
        <p:spPr>
          <a:xfrm>
            <a:off x="7104960" y="1380600"/>
            <a:ext cx="4512240" cy="4983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 type="dt" idx="61"/>
          </p:nvPr>
        </p:nvSpPr>
        <p:spPr>
          <a:xfrm>
            <a:off x="7104600" y="6453000"/>
            <a:ext cx="17715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 type="ftr" idx="62"/>
          </p:nvPr>
        </p:nvSpPr>
        <p:spPr>
          <a:xfrm>
            <a:off x="843264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PlaceHolder 6"/>
          <p:cNvSpPr>
            <a:spLocks noGrp="1"/>
          </p:cNvSpPr>
          <p:nvPr>
            <p:ph type="sldNum" idx="63"/>
          </p:nvPr>
        </p:nvSpPr>
        <p:spPr>
          <a:xfrm>
            <a:off x="1118844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5173916-DA98-40CA-B5ED-31528922ADC7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Picture 8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612720" y="320040"/>
            <a:ext cx="4571640" cy="9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12720" y="1380600"/>
            <a:ext cx="4571640" cy="4983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dt" idx="64"/>
          </p:nvPr>
        </p:nvSpPr>
        <p:spPr>
          <a:xfrm>
            <a:off x="612720" y="6453000"/>
            <a:ext cx="2030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 type="ftr" idx="65"/>
          </p:nvPr>
        </p:nvSpPr>
        <p:spPr>
          <a:xfrm>
            <a:off x="199980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PlaceHolder 5"/>
          <p:cNvSpPr>
            <a:spLocks noGrp="1"/>
          </p:cNvSpPr>
          <p:nvPr>
            <p:ph type="sldNum" idx="66"/>
          </p:nvPr>
        </p:nvSpPr>
        <p:spPr>
          <a:xfrm>
            <a:off x="475560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31EE41-5C7D-4A5B-AE98-A82B45D9FECC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PlaceHolder 6"/>
          <p:cNvSpPr>
            <a:spLocks noGrp="1"/>
          </p:cNvSpPr>
          <p:nvPr>
            <p:ph type="body"/>
          </p:nvPr>
        </p:nvSpPr>
        <p:spPr>
          <a:xfrm>
            <a:off x="5699880" y="0"/>
            <a:ext cx="6491880" cy="6857640"/>
          </a:xfrm>
          <a:prstGeom prst="rect">
            <a:avLst/>
          </a:prstGeom>
          <a:blipFill rotWithShape="0">
            <a:blip r:embed="rId2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with Picture 2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7169040" y="1129680"/>
            <a:ext cx="4361400" cy="3474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6584760" cy="6857640"/>
          </a:xfrm>
          <a:prstGeom prst="rect">
            <a:avLst/>
          </a:prstGeom>
          <a:blipFill rotWithShape="0">
            <a:blip r:embed="rId2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67"/>
          </p:nvPr>
        </p:nvSpPr>
        <p:spPr>
          <a:xfrm>
            <a:off x="7169040" y="6453000"/>
            <a:ext cx="1707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ftr" idx="68"/>
          </p:nvPr>
        </p:nvSpPr>
        <p:spPr>
          <a:xfrm>
            <a:off x="83458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sldNum" idx="69"/>
          </p:nvPr>
        </p:nvSpPr>
        <p:spPr>
          <a:xfrm>
            <a:off x="1110132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EF227DE-7054-4C6B-A6F6-5BEAF02ED149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Picture 9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8212680" y="583560"/>
            <a:ext cx="3401280" cy="152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7583760" cy="6857640"/>
          </a:xfrm>
          <a:prstGeom prst="rect">
            <a:avLst/>
          </a:prstGeom>
          <a:blipFill rotWithShape="0">
            <a:blip r:embed="rId2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body"/>
          </p:nvPr>
        </p:nvSpPr>
        <p:spPr>
          <a:xfrm>
            <a:off x="8212680" y="2212920"/>
            <a:ext cx="3401280" cy="409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31" name="PlaceHolder 4"/>
          <p:cNvSpPr>
            <a:spLocks noGrp="1"/>
          </p:cNvSpPr>
          <p:nvPr>
            <p:ph type="dt" idx="70"/>
          </p:nvPr>
        </p:nvSpPr>
        <p:spPr>
          <a:xfrm>
            <a:off x="8212680" y="6453000"/>
            <a:ext cx="9219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PlaceHolder 5"/>
          <p:cNvSpPr>
            <a:spLocks noGrp="1"/>
          </p:cNvSpPr>
          <p:nvPr>
            <p:ph type="ftr" idx="71"/>
          </p:nvPr>
        </p:nvSpPr>
        <p:spPr>
          <a:xfrm>
            <a:off x="8640000" y="6453000"/>
            <a:ext cx="254664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PlaceHolder 6"/>
          <p:cNvSpPr>
            <a:spLocks noGrp="1"/>
          </p:cNvSpPr>
          <p:nvPr>
            <p:ph type="sldNum" idx="72"/>
          </p:nvPr>
        </p:nvSpPr>
        <p:spPr>
          <a:xfrm>
            <a:off x="1118520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585E6A-D57B-4F75-9D2D-61E6BBCE100B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Picture 10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612720" y="583560"/>
            <a:ext cx="3401280" cy="152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612720" y="2212920"/>
            <a:ext cx="3401280" cy="409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dt" idx="73"/>
          </p:nvPr>
        </p:nvSpPr>
        <p:spPr>
          <a:xfrm>
            <a:off x="612720" y="6453000"/>
            <a:ext cx="10674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 type="ftr" idx="74"/>
          </p:nvPr>
        </p:nvSpPr>
        <p:spPr>
          <a:xfrm>
            <a:off x="91080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PlaceHolder 5"/>
          <p:cNvSpPr>
            <a:spLocks noGrp="1"/>
          </p:cNvSpPr>
          <p:nvPr>
            <p:ph type="sldNum" idx="75"/>
          </p:nvPr>
        </p:nvSpPr>
        <p:spPr>
          <a:xfrm>
            <a:off x="358092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37084EA-ED69-46A8-BF30-3AC85417D0BD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PlaceHolder 6"/>
          <p:cNvSpPr>
            <a:spLocks noGrp="1"/>
          </p:cNvSpPr>
          <p:nvPr>
            <p:ph type="body"/>
          </p:nvPr>
        </p:nvSpPr>
        <p:spPr>
          <a:xfrm>
            <a:off x="4608000" y="0"/>
            <a:ext cx="7583760" cy="6857640"/>
          </a:xfrm>
          <a:prstGeom prst="rect">
            <a:avLst/>
          </a:prstGeom>
          <a:blipFill rotWithShape="0">
            <a:blip r:embed="rId2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Picture 11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8343000" y="1078920"/>
            <a:ext cx="3273120" cy="194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7781040" cy="6857640"/>
          </a:xfrm>
          <a:prstGeom prst="rect">
            <a:avLst/>
          </a:prstGeom>
          <a:blipFill rotWithShape="0">
            <a:blip r:embed="rId2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body"/>
          </p:nvPr>
        </p:nvSpPr>
        <p:spPr>
          <a:xfrm>
            <a:off x="8344080" y="3099960"/>
            <a:ext cx="3273120" cy="295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43" name="PlaceHolder 4"/>
          <p:cNvSpPr>
            <a:spLocks noGrp="1"/>
          </p:cNvSpPr>
          <p:nvPr>
            <p:ph type="dt" idx="76"/>
          </p:nvPr>
        </p:nvSpPr>
        <p:spPr>
          <a:xfrm>
            <a:off x="8343000" y="6453000"/>
            <a:ext cx="10033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PlaceHolder 5"/>
          <p:cNvSpPr>
            <a:spLocks noGrp="1"/>
          </p:cNvSpPr>
          <p:nvPr>
            <p:ph type="ftr" idx="77"/>
          </p:nvPr>
        </p:nvSpPr>
        <p:spPr>
          <a:xfrm>
            <a:off x="8812440" y="6453000"/>
            <a:ext cx="23349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PlaceHolder 6"/>
          <p:cNvSpPr>
            <a:spLocks noGrp="1"/>
          </p:cNvSpPr>
          <p:nvPr>
            <p:ph type="sldNum" idx="78"/>
          </p:nvPr>
        </p:nvSpPr>
        <p:spPr>
          <a:xfrm>
            <a:off x="1118736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B8F3AD7-8B2F-4049-B1DB-AE61B31D5692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Picture 12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321840" y="5012280"/>
            <a:ext cx="3739680" cy="13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12191760" cy="4634640"/>
          </a:xfrm>
          <a:prstGeom prst="rect">
            <a:avLst/>
          </a:prstGeom>
          <a:blipFill rotWithShape="0">
            <a:blip r:embed="rId2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body"/>
          </p:nvPr>
        </p:nvSpPr>
        <p:spPr>
          <a:xfrm>
            <a:off x="5349240" y="5012280"/>
            <a:ext cx="6400440" cy="13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49" name="PlaceHolder 4"/>
          <p:cNvSpPr>
            <a:spLocks noGrp="1"/>
          </p:cNvSpPr>
          <p:nvPr>
            <p:ph type="dt" idx="79"/>
          </p:nvPr>
        </p:nvSpPr>
        <p:spPr>
          <a:xfrm>
            <a:off x="32184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PlaceHolder 5"/>
          <p:cNvSpPr>
            <a:spLocks noGrp="1"/>
          </p:cNvSpPr>
          <p:nvPr>
            <p:ph type="ftr" idx="80"/>
          </p:nvPr>
        </p:nvSpPr>
        <p:spPr>
          <a:xfrm>
            <a:off x="856512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PlaceHolder 6"/>
          <p:cNvSpPr>
            <a:spLocks noGrp="1"/>
          </p:cNvSpPr>
          <p:nvPr>
            <p:ph type="sldNum" idx="81"/>
          </p:nvPr>
        </p:nvSpPr>
        <p:spPr>
          <a:xfrm>
            <a:off x="1132092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1D69BE5-455B-4454-80BB-87A39B564310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Picture 13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321840" y="4162320"/>
            <a:ext cx="2953080" cy="189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12191760" cy="3777840"/>
          </a:xfrm>
          <a:prstGeom prst="rect">
            <a:avLst/>
          </a:prstGeom>
          <a:blipFill rotWithShape="0">
            <a:blip r:embed="rId2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body"/>
          </p:nvPr>
        </p:nvSpPr>
        <p:spPr>
          <a:xfrm>
            <a:off x="3977640" y="4162320"/>
            <a:ext cx="7772040" cy="223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 type="dt" idx="82"/>
          </p:nvPr>
        </p:nvSpPr>
        <p:spPr>
          <a:xfrm>
            <a:off x="32184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 type="ftr" idx="83"/>
          </p:nvPr>
        </p:nvSpPr>
        <p:spPr>
          <a:xfrm>
            <a:off x="856512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PlaceHolder 6"/>
          <p:cNvSpPr>
            <a:spLocks noGrp="1"/>
          </p:cNvSpPr>
          <p:nvPr>
            <p:ph type="sldNum" idx="84"/>
          </p:nvPr>
        </p:nvSpPr>
        <p:spPr>
          <a:xfrm>
            <a:off x="1132092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F65FE9-7CBB-41A1-9C80-8026627A9E54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Picture 14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321840" y="561600"/>
            <a:ext cx="2953080" cy="189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 type="dt" idx="85"/>
          </p:nvPr>
        </p:nvSpPr>
        <p:spPr>
          <a:xfrm>
            <a:off x="321840" y="5976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ftr" idx="86"/>
          </p:nvPr>
        </p:nvSpPr>
        <p:spPr>
          <a:xfrm>
            <a:off x="8565120" y="5976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PlaceHolder 4"/>
          <p:cNvSpPr>
            <a:spLocks noGrp="1"/>
          </p:cNvSpPr>
          <p:nvPr>
            <p:ph type="sldNum" idx="87"/>
          </p:nvPr>
        </p:nvSpPr>
        <p:spPr>
          <a:xfrm>
            <a:off x="11320920" y="5976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BEAFBC9-AE33-4FCE-88A1-A0DBFE6C902B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PlaceHolder 5"/>
          <p:cNvSpPr>
            <a:spLocks noGrp="1"/>
          </p:cNvSpPr>
          <p:nvPr>
            <p:ph type="body"/>
          </p:nvPr>
        </p:nvSpPr>
        <p:spPr>
          <a:xfrm>
            <a:off x="3977640" y="561600"/>
            <a:ext cx="7772040" cy="223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63" name="PlaceHolder 6"/>
          <p:cNvSpPr>
            <a:spLocks noGrp="1"/>
          </p:cNvSpPr>
          <p:nvPr>
            <p:ph type="body"/>
          </p:nvPr>
        </p:nvSpPr>
        <p:spPr>
          <a:xfrm>
            <a:off x="0" y="3079800"/>
            <a:ext cx="12191760" cy="3777840"/>
          </a:xfrm>
          <a:prstGeom prst="rect">
            <a:avLst/>
          </a:prstGeom>
          <a:blipFill rotWithShape="0">
            <a:blip r:embed="rId2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Picture 15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612720" y="603360"/>
            <a:ext cx="10972440" cy="970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94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94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612720" y="1828800"/>
            <a:ext cx="6171840" cy="4425480"/>
          </a:xfrm>
          <a:prstGeom prst="rect">
            <a:avLst/>
          </a:prstGeom>
          <a:blipFill rotWithShape="0">
            <a:blip r:embed="rId2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88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body"/>
          </p:nvPr>
        </p:nvSpPr>
        <p:spPr>
          <a:xfrm>
            <a:off x="7327440" y="1828800"/>
            <a:ext cx="4251600" cy="442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ftr" idx="89"/>
          </p:nvPr>
        </p:nvSpPr>
        <p:spPr>
          <a:xfrm>
            <a:off x="83944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PlaceHolder 6"/>
          <p:cNvSpPr>
            <a:spLocks noGrp="1"/>
          </p:cNvSpPr>
          <p:nvPr>
            <p:ph type="sldNum" idx="90"/>
          </p:nvPr>
        </p:nvSpPr>
        <p:spPr>
          <a:xfrm>
            <a:off x="111502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98E641-D92B-427C-8645-17B89B3563DD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Picture 16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612720" y="548640"/>
            <a:ext cx="4672080" cy="14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612720" y="2291040"/>
            <a:ext cx="4672080" cy="4041360"/>
          </a:xfrm>
          <a:prstGeom prst="rect">
            <a:avLst/>
          </a:prstGeom>
          <a:blipFill rotWithShape="0">
            <a:blip r:embed="rId2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dt" idx="91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PlaceHolder 4"/>
          <p:cNvSpPr>
            <a:spLocks noGrp="1"/>
          </p:cNvSpPr>
          <p:nvPr>
            <p:ph type="body"/>
          </p:nvPr>
        </p:nvSpPr>
        <p:spPr>
          <a:xfrm>
            <a:off x="6095880" y="549360"/>
            <a:ext cx="5585400" cy="5783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74" name="PlaceHolder 5"/>
          <p:cNvSpPr>
            <a:spLocks noGrp="1"/>
          </p:cNvSpPr>
          <p:nvPr>
            <p:ph type="ftr" idx="92"/>
          </p:nvPr>
        </p:nvSpPr>
        <p:spPr>
          <a:xfrm>
            <a:off x="84970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6"/>
          <p:cNvSpPr>
            <a:spLocks noGrp="1"/>
          </p:cNvSpPr>
          <p:nvPr>
            <p:ph type="sldNum" idx="93"/>
          </p:nvPr>
        </p:nvSpPr>
        <p:spPr>
          <a:xfrm>
            <a:off x="112528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64900F8-757B-4037-9D83-E38938A8313B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Picture 17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614520" y="550080"/>
            <a:ext cx="3657240" cy="14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731520" y="2295000"/>
            <a:ext cx="3489840" cy="4041360"/>
          </a:xfrm>
          <a:prstGeom prst="rect">
            <a:avLst/>
          </a:prstGeom>
          <a:blipFill rotWithShape="0">
            <a:blip r:embed="rId2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 type="dt" idx="94"/>
          </p:nvPr>
        </p:nvSpPr>
        <p:spPr>
          <a:xfrm>
            <a:off x="7315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PlaceHolder 4"/>
          <p:cNvSpPr>
            <a:spLocks noGrp="1"/>
          </p:cNvSpPr>
          <p:nvPr>
            <p:ph type="body"/>
          </p:nvPr>
        </p:nvSpPr>
        <p:spPr>
          <a:xfrm>
            <a:off x="5016600" y="549360"/>
            <a:ext cx="6560640" cy="575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80" name="PlaceHolder 5"/>
          <p:cNvSpPr>
            <a:spLocks noGrp="1"/>
          </p:cNvSpPr>
          <p:nvPr>
            <p:ph type="ftr" idx="95"/>
          </p:nvPr>
        </p:nvSpPr>
        <p:spPr>
          <a:xfrm>
            <a:off x="83926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PlaceHolder 6"/>
          <p:cNvSpPr>
            <a:spLocks noGrp="1"/>
          </p:cNvSpPr>
          <p:nvPr>
            <p:ph type="sldNum" idx="96"/>
          </p:nvPr>
        </p:nvSpPr>
        <p:spPr>
          <a:xfrm>
            <a:off x="111484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4662AB8-7A54-405A-9F83-CD028C0A0B9B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Picture 18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Line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33960" y="3205080"/>
            <a:ext cx="5652000" cy="3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633960" y="631800"/>
            <a:ext cx="5652000" cy="22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633960" y="3615120"/>
            <a:ext cx="5652000" cy="260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dt" idx="97"/>
          </p:nvPr>
        </p:nvSpPr>
        <p:spPr>
          <a:xfrm>
            <a:off x="633960" y="6453000"/>
            <a:ext cx="10674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 type="ftr" idx="98"/>
          </p:nvPr>
        </p:nvSpPr>
        <p:spPr>
          <a:xfrm>
            <a:off x="310176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PlaceHolder 5"/>
          <p:cNvSpPr>
            <a:spLocks noGrp="1"/>
          </p:cNvSpPr>
          <p:nvPr>
            <p:ph type="sldNum" idx="99"/>
          </p:nvPr>
        </p:nvSpPr>
        <p:spPr>
          <a:xfrm>
            <a:off x="585720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DDF0A3F-7EA1-4C50-9AB8-AEFD545CB662}" type="slidenum"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PlaceHolder 6"/>
          <p:cNvSpPr>
            <a:spLocks noGrp="1"/>
          </p:cNvSpPr>
          <p:nvPr>
            <p:ph type="body"/>
          </p:nvPr>
        </p:nvSpPr>
        <p:spPr>
          <a:xfrm>
            <a:off x="6920640" y="0"/>
            <a:ext cx="5305320" cy="6857640"/>
          </a:xfrm>
          <a:prstGeom prst="rect">
            <a:avLst/>
          </a:prstGeom>
          <a:blipFill rotWithShape="0">
            <a:blip r:embed="rId4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with Picture 3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365760" y="411480"/>
            <a:ext cx="4654080" cy="3739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 type="dt" idx="100"/>
          </p:nvPr>
        </p:nvSpPr>
        <p:spPr>
          <a:xfrm>
            <a:off x="365760" y="6453000"/>
            <a:ext cx="19515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ftr" idx="101"/>
          </p:nvPr>
        </p:nvSpPr>
        <p:spPr>
          <a:xfrm>
            <a:off x="18352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PlaceHolder 4"/>
          <p:cNvSpPr>
            <a:spLocks noGrp="1"/>
          </p:cNvSpPr>
          <p:nvPr>
            <p:ph type="sldNum" idx="102"/>
          </p:nvPr>
        </p:nvSpPr>
        <p:spPr>
          <a:xfrm>
            <a:off x="459072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281D138-F9B9-492E-A359-D02AA149C7FB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PlaceHolder 5"/>
          <p:cNvSpPr>
            <a:spLocks noGrp="1"/>
          </p:cNvSpPr>
          <p:nvPr>
            <p:ph type="body"/>
          </p:nvPr>
        </p:nvSpPr>
        <p:spPr>
          <a:xfrm>
            <a:off x="5607000" y="0"/>
            <a:ext cx="6584760" cy="6857640"/>
          </a:xfrm>
          <a:prstGeom prst="rect">
            <a:avLst/>
          </a:prstGeom>
          <a:blipFill rotWithShape="0">
            <a:blip r:embed="rId2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Picture 19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Line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33960" y="3210480"/>
            <a:ext cx="6595200" cy="3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633960" y="631800"/>
            <a:ext cx="6595200" cy="22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33960" y="3608640"/>
            <a:ext cx="6595200" cy="2613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dt" idx="103"/>
          </p:nvPr>
        </p:nvSpPr>
        <p:spPr>
          <a:xfrm>
            <a:off x="633960" y="6453000"/>
            <a:ext cx="10674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 type="ftr" idx="104"/>
          </p:nvPr>
        </p:nvSpPr>
        <p:spPr>
          <a:xfrm>
            <a:off x="404460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 type="sldNum" idx="105"/>
          </p:nvPr>
        </p:nvSpPr>
        <p:spPr>
          <a:xfrm>
            <a:off x="680040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BF03204-A1DB-4146-B505-D2C052E403DB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PlaceHolder 6"/>
          <p:cNvSpPr>
            <a:spLocks noGrp="1"/>
          </p:cNvSpPr>
          <p:nvPr>
            <p:ph type="body"/>
          </p:nvPr>
        </p:nvSpPr>
        <p:spPr>
          <a:xfrm>
            <a:off x="7863480" y="0"/>
            <a:ext cx="4328280" cy="6857640"/>
          </a:xfrm>
          <a:prstGeom prst="rect">
            <a:avLst/>
          </a:prstGeom>
          <a:blipFill rotWithShape="0">
            <a:blip r:embed="rId4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Picture 20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Line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33960" y="4326120"/>
            <a:ext cx="6595200" cy="3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633960" y="631800"/>
            <a:ext cx="6595200" cy="334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9400" b="0" u="none" spc="-9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94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633960" y="4707360"/>
            <a:ext cx="6595200" cy="1515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dt" idx="106"/>
          </p:nvPr>
        </p:nvSpPr>
        <p:spPr>
          <a:xfrm>
            <a:off x="633960" y="6453000"/>
            <a:ext cx="10674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ftr" idx="107"/>
          </p:nvPr>
        </p:nvSpPr>
        <p:spPr>
          <a:xfrm>
            <a:off x="401940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PlaceHolder 5"/>
          <p:cNvSpPr>
            <a:spLocks noGrp="1"/>
          </p:cNvSpPr>
          <p:nvPr>
            <p:ph type="sldNum" idx="108"/>
          </p:nvPr>
        </p:nvSpPr>
        <p:spPr>
          <a:xfrm>
            <a:off x="677520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BC1A5D5-E8AA-4DE9-9522-103578AADCD7}" type="slidenum"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PlaceHolder 6"/>
          <p:cNvSpPr>
            <a:spLocks noGrp="1"/>
          </p:cNvSpPr>
          <p:nvPr>
            <p:ph type="body"/>
          </p:nvPr>
        </p:nvSpPr>
        <p:spPr>
          <a:xfrm>
            <a:off x="7863480" y="0"/>
            <a:ext cx="4328280" cy="6857640"/>
          </a:xfrm>
          <a:prstGeom prst="rect">
            <a:avLst/>
          </a:prstGeom>
          <a:blipFill rotWithShape="0">
            <a:blip r:embed="rId4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umber Large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694800" y="4718160"/>
            <a:ext cx="5897520" cy="135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 defTabSz="914400">
              <a:lnSpc>
                <a:spcPct val="120000"/>
              </a:lnSpc>
              <a:buNone/>
            </a:pPr>
            <a:r>
              <a:rPr lang="en-GB" sz="18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539640" y="603360"/>
            <a:ext cx="10826280" cy="433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300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##%</a:t>
            </a:r>
            <a:endParaRPr lang="en-US" sz="300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dt" idx="109"/>
          </p:nvPr>
        </p:nvSpPr>
        <p:spPr>
          <a:xfrm>
            <a:off x="53964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PlaceHolder 4"/>
          <p:cNvSpPr>
            <a:spLocks noGrp="1"/>
          </p:cNvSpPr>
          <p:nvPr>
            <p:ph type="ftr" idx="110"/>
          </p:nvPr>
        </p:nvSpPr>
        <p:spPr>
          <a:xfrm>
            <a:off x="818100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PlaceHolder 5"/>
          <p:cNvSpPr>
            <a:spLocks noGrp="1"/>
          </p:cNvSpPr>
          <p:nvPr>
            <p:ph type="sldNum" idx="111"/>
          </p:nvPr>
        </p:nvSpPr>
        <p:spPr>
          <a:xfrm>
            <a:off x="1093680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6B8B9BD-EFEC-4104-824D-3BD608E5CA3B}" type="slidenum"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umber Large 2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2377440" y="4809600"/>
            <a:ext cx="7525080" cy="154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 algn="ctr" defTabSz="914400">
              <a:lnSpc>
                <a:spcPct val="110000"/>
              </a:lnSpc>
              <a:buNone/>
            </a:pPr>
            <a:r>
              <a:rPr lang="en-GB" sz="18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822960" y="640080"/>
            <a:ext cx="10542600" cy="420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300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##%</a:t>
            </a:r>
            <a:endParaRPr lang="en-US" sz="300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dt" idx="112"/>
          </p:nvPr>
        </p:nvSpPr>
        <p:spPr>
          <a:xfrm>
            <a:off x="82296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PlaceHolder 4"/>
          <p:cNvSpPr>
            <a:spLocks noGrp="1"/>
          </p:cNvSpPr>
          <p:nvPr>
            <p:ph type="ftr" idx="113"/>
          </p:nvPr>
        </p:nvSpPr>
        <p:spPr>
          <a:xfrm>
            <a:off x="818100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PlaceHolder 5"/>
          <p:cNvSpPr>
            <a:spLocks noGrp="1"/>
          </p:cNvSpPr>
          <p:nvPr>
            <p:ph type="sldNum" idx="114"/>
          </p:nvPr>
        </p:nvSpPr>
        <p:spPr>
          <a:xfrm>
            <a:off x="1093680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79C65AB-DF03-4400-A939-D9F3137B2896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umber Large 3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2377440" y="4809600"/>
            <a:ext cx="7525080" cy="154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 algn="ctr" defTabSz="914400">
              <a:lnSpc>
                <a:spcPct val="110000"/>
              </a:lnSpc>
              <a:buNone/>
            </a:pPr>
            <a:r>
              <a:rPr lang="en-GB" sz="18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822960" y="640080"/>
            <a:ext cx="10542600" cy="420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 algn="ctr" defTabSz="914400">
              <a:lnSpc>
                <a:spcPct val="8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300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##%</a:t>
            </a:r>
            <a:endParaRPr lang="en-US" sz="30000" b="0" u="none" spc="31" strike="noStrike">
              <a:solidFill>
                <a:schemeClr val="lt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dt" idx="115"/>
          </p:nvPr>
        </p:nvSpPr>
        <p:spPr>
          <a:xfrm>
            <a:off x="82296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PlaceHolder 4"/>
          <p:cNvSpPr>
            <a:spLocks noGrp="1"/>
          </p:cNvSpPr>
          <p:nvPr>
            <p:ph type="ftr" idx="116"/>
          </p:nvPr>
        </p:nvSpPr>
        <p:spPr>
          <a:xfrm>
            <a:off x="818100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PlaceHolder 5"/>
          <p:cNvSpPr>
            <a:spLocks noGrp="1"/>
          </p:cNvSpPr>
          <p:nvPr>
            <p:ph type="sldNum" idx="117"/>
          </p:nvPr>
        </p:nvSpPr>
        <p:spPr>
          <a:xfrm>
            <a:off x="1093680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8AAEDE-81D1-41EC-88E0-692013AB26D8}" type="slidenum"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umber Large 4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Line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33960" y="4362840"/>
            <a:ext cx="10923480" cy="74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633960" y="5108040"/>
            <a:ext cx="9980640" cy="111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20000"/>
              </a:lnSpc>
              <a:buNone/>
            </a:pPr>
            <a:r>
              <a:rPr lang="en-GB" sz="18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384480" y="635040"/>
            <a:ext cx="11173320" cy="424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300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##%</a:t>
            </a:r>
            <a:endParaRPr lang="en-US" sz="300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dt" idx="118"/>
          </p:nvPr>
        </p:nvSpPr>
        <p:spPr>
          <a:xfrm>
            <a:off x="38448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 type="ftr" idx="119"/>
          </p:nvPr>
        </p:nvSpPr>
        <p:spPr>
          <a:xfrm>
            <a:off x="837324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PlaceHolder 5"/>
          <p:cNvSpPr>
            <a:spLocks noGrp="1"/>
          </p:cNvSpPr>
          <p:nvPr>
            <p:ph type="sldNum" idx="120"/>
          </p:nvPr>
        </p:nvSpPr>
        <p:spPr>
          <a:xfrm>
            <a:off x="111286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D78337E-7025-4890-AE76-77C7F5166ECB}" type="slidenum"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tement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title"/>
          </p:nvPr>
        </p:nvSpPr>
        <p:spPr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612720" y="631080"/>
            <a:ext cx="8265960" cy="560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8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add Statement.9</a:t>
            </a:r>
            <a:endParaRPr lang="en-US" sz="62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dt" idx="121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PlaceHolder 4"/>
          <p:cNvSpPr>
            <a:spLocks noGrp="1"/>
          </p:cNvSpPr>
          <p:nvPr>
            <p:ph type="ftr" idx="122"/>
          </p:nvPr>
        </p:nvSpPr>
        <p:spPr>
          <a:xfrm>
            <a:off x="80848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PlaceHolder 5"/>
          <p:cNvSpPr>
            <a:spLocks noGrp="1"/>
          </p:cNvSpPr>
          <p:nvPr>
            <p:ph type="sldNum" idx="123"/>
          </p:nvPr>
        </p:nvSpPr>
        <p:spPr>
          <a:xfrm>
            <a:off x="108406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D519A5-C216-4724-9F0B-EF5781551193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tement 2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612720" y="1929240"/>
            <a:ext cx="8265960" cy="414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add Statement</a:t>
            </a:r>
            <a:endParaRPr lang="en-US" sz="62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dt" idx="124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 type="ftr" idx="125"/>
          </p:nvPr>
        </p:nvSpPr>
        <p:spPr>
          <a:xfrm>
            <a:off x="80848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 type="sldNum" idx="126"/>
          </p:nvPr>
        </p:nvSpPr>
        <p:spPr>
          <a:xfrm>
            <a:off x="108406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43F0E49-7EC2-4271-88D4-64397A3BB3CC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tement 3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rgbClr val="01010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 type="body"/>
          </p:nvPr>
        </p:nvSpPr>
        <p:spPr>
          <a:xfrm>
            <a:off x="612720" y="548640"/>
            <a:ext cx="8265960" cy="560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8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6200" b="0" u="none" spc="-91" strike="noStrike" cap="all">
                <a:solidFill>
                  <a:srgbClr val="010102"/>
                </a:solidFill>
                <a:effectLst/>
                <a:uFillTx/>
                <a:latin typeface="Bahnschrift SemiLight"/>
              </a:rPr>
              <a:t>Click to add Statement</a:t>
            </a:r>
            <a:endParaRPr lang="en-US" sz="62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 type="dt" idx="127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 type="ftr" idx="128"/>
          </p:nvPr>
        </p:nvSpPr>
        <p:spPr>
          <a:xfrm>
            <a:off x="80848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 type="sldNum" idx="129"/>
          </p:nvPr>
        </p:nvSpPr>
        <p:spPr>
          <a:xfrm>
            <a:off x="108406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E47E385-2939-4282-A35D-5472BD565D14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tement 4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4" name="Star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815120" y="5475240"/>
            <a:ext cx="742680" cy="74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612720" y="-113400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 type="body"/>
          </p:nvPr>
        </p:nvSpPr>
        <p:spPr>
          <a:xfrm>
            <a:off x="633960" y="2135520"/>
            <a:ext cx="10923480" cy="2598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8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add Statement</a:t>
            </a:r>
            <a:endParaRPr lang="en-US" sz="62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dt" idx="130"/>
          </p:nvPr>
        </p:nvSpPr>
        <p:spPr>
          <a:xfrm>
            <a:off x="612720" y="645624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PlaceHolder 4"/>
          <p:cNvSpPr>
            <a:spLocks noGrp="1"/>
          </p:cNvSpPr>
          <p:nvPr>
            <p:ph type="ftr" idx="131"/>
          </p:nvPr>
        </p:nvSpPr>
        <p:spPr>
          <a:xfrm>
            <a:off x="837324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PlaceHolder 5"/>
          <p:cNvSpPr>
            <a:spLocks noGrp="1"/>
          </p:cNvSpPr>
          <p:nvPr>
            <p:ph type="sldNum" idx="132"/>
          </p:nvPr>
        </p:nvSpPr>
        <p:spPr>
          <a:xfrm>
            <a:off x="111286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362D2E6-B581-4B42-B367-7EF90E956161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521280" y="548640"/>
            <a:ext cx="7478640" cy="363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9400" b="0" u="none" spc="-9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94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 type="dt" idx="133"/>
          </p:nvPr>
        </p:nvSpPr>
        <p:spPr>
          <a:xfrm>
            <a:off x="52128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ftr" idx="134"/>
          </p:nvPr>
        </p:nvSpPr>
        <p:spPr>
          <a:xfrm>
            <a:off x="80848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PlaceHolder 4"/>
          <p:cNvSpPr>
            <a:spLocks noGrp="1"/>
          </p:cNvSpPr>
          <p:nvPr>
            <p:ph type="sldNum" idx="135"/>
          </p:nvPr>
        </p:nvSpPr>
        <p:spPr>
          <a:xfrm>
            <a:off x="108406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698818A-D2FD-46FF-98F2-2DA091841DAB}" type="slidenum"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Quote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1676880" y="5431680"/>
            <a:ext cx="8969760" cy="46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defTabSz="914400">
              <a:lnSpc>
                <a:spcPct val="120000"/>
              </a:lnSpc>
              <a:buNone/>
            </a:pPr>
            <a:r>
              <a:rPr lang="en-US" sz="18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Quote Author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 type="body"/>
          </p:nvPr>
        </p:nvSpPr>
        <p:spPr>
          <a:xfrm>
            <a:off x="1499760" y="1188720"/>
            <a:ext cx="9198360" cy="365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164520" indent="-16452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lang="en-US" sz="6200" b="0" u="none" spc="-91" strike="noStrike" cap="all">
                <a:solidFill>
                  <a:srgbClr val="010102"/>
                </a:solidFill>
                <a:effectLst/>
                <a:uFillTx/>
                <a:latin typeface="Bahnschrift SemiLight"/>
              </a:rPr>
              <a:t>Click to add Quote</a:t>
            </a:r>
            <a:endParaRPr lang="en-US" sz="62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dt" idx="136"/>
          </p:nvPr>
        </p:nvSpPr>
        <p:spPr>
          <a:xfrm>
            <a:off x="149976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PlaceHolder 4"/>
          <p:cNvSpPr>
            <a:spLocks noGrp="1"/>
          </p:cNvSpPr>
          <p:nvPr>
            <p:ph type="ftr" idx="137"/>
          </p:nvPr>
        </p:nvSpPr>
        <p:spPr>
          <a:xfrm>
            <a:off x="750744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PlaceHolder 5"/>
          <p:cNvSpPr>
            <a:spLocks noGrp="1"/>
          </p:cNvSpPr>
          <p:nvPr>
            <p:ph type="sldNum" idx="138"/>
          </p:nvPr>
        </p:nvSpPr>
        <p:spPr>
          <a:xfrm>
            <a:off x="1026324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8DBF93C-4558-4088-862B-ACF7CF93B322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Quote 2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1676880" y="5349240"/>
            <a:ext cx="9043200" cy="46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US" sz="18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Quote Author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1499760" y="1344240"/>
            <a:ext cx="9198360" cy="3291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164520" indent="-16452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lang="en-US" sz="6200" b="0" u="none" spc="-9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Click to add Quote</a:t>
            </a:r>
            <a:endParaRPr lang="en-US" sz="6200" b="0" u="none" spc="31" strike="noStrike">
              <a:solidFill>
                <a:schemeClr val="lt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dt" idx="139"/>
          </p:nvPr>
        </p:nvSpPr>
        <p:spPr>
          <a:xfrm>
            <a:off x="149976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PlaceHolder 4"/>
          <p:cNvSpPr>
            <a:spLocks noGrp="1"/>
          </p:cNvSpPr>
          <p:nvPr>
            <p:ph type="ftr" idx="140"/>
          </p:nvPr>
        </p:nvSpPr>
        <p:spPr>
          <a:xfrm>
            <a:off x="750744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PlaceHolder 5"/>
          <p:cNvSpPr>
            <a:spLocks noGrp="1"/>
          </p:cNvSpPr>
          <p:nvPr>
            <p:ph type="sldNum" idx="141"/>
          </p:nvPr>
        </p:nvSpPr>
        <p:spPr>
          <a:xfrm>
            <a:off x="1026324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DFF62C-C0B8-4906-AD7C-FB30762AE7F1}" type="slidenum"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Quote 3">
    <p:bg>
      <p:bgPr>
        <a:solidFill>
          <a:schemeClr val="accent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790200" y="5669280"/>
            <a:ext cx="8805240" cy="46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defTabSz="914400">
              <a:lnSpc>
                <a:spcPct val="120000"/>
              </a:lnSpc>
              <a:buNone/>
            </a:pPr>
            <a:r>
              <a:rPr lang="en-US" sz="18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Quote Author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612720" y="1097280"/>
            <a:ext cx="8960760" cy="3474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164520" indent="-16452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lang="en-US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add Quote</a:t>
            </a:r>
            <a:endParaRPr lang="en-US" sz="62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dt" idx="142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 type="ftr" idx="143"/>
          </p:nvPr>
        </p:nvSpPr>
        <p:spPr>
          <a:xfrm>
            <a:off x="80848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PlaceHolder 5"/>
          <p:cNvSpPr>
            <a:spLocks noGrp="1"/>
          </p:cNvSpPr>
          <p:nvPr>
            <p:ph type="sldNum" idx="144"/>
          </p:nvPr>
        </p:nvSpPr>
        <p:spPr>
          <a:xfrm>
            <a:off x="108406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B7EBC61-D862-4962-B43D-3663E74ED436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Quote 4">
    <p:bg>
      <p:bgPr>
        <a:solidFill>
          <a:schemeClr val="accent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9" name="Star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815120" y="630360"/>
            <a:ext cx="742680" cy="74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633960" y="5475240"/>
            <a:ext cx="10911240" cy="74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buNone/>
            </a:pPr>
            <a:r>
              <a:rPr lang="en-US" sz="18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Quote Author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612720" y="1378080"/>
            <a:ext cx="10945080" cy="3350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marL="164520" indent="-164520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lang="en-US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add Quote</a:t>
            </a:r>
            <a:endParaRPr lang="en-US" sz="62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 type="dt" idx="145"/>
          </p:nvPr>
        </p:nvSpPr>
        <p:spPr>
          <a:xfrm>
            <a:off x="63396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PlaceHolder 4"/>
          <p:cNvSpPr>
            <a:spLocks noGrp="1"/>
          </p:cNvSpPr>
          <p:nvPr>
            <p:ph type="ftr" idx="146"/>
          </p:nvPr>
        </p:nvSpPr>
        <p:spPr>
          <a:xfrm>
            <a:off x="836604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PlaceHolder 5"/>
          <p:cNvSpPr>
            <a:spLocks noGrp="1"/>
          </p:cNvSpPr>
          <p:nvPr>
            <p:ph type="sldNum" idx="147"/>
          </p:nvPr>
        </p:nvSpPr>
        <p:spPr>
          <a:xfrm>
            <a:off x="1112184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74B3E39-1E7E-4085-AE66-E0A093A6BC94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612720" y="548640"/>
            <a:ext cx="10740960" cy="11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61272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2286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Second level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4572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Third level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2286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Second level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4572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Third level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 type="dt" idx="148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 type="ftr" idx="149"/>
          </p:nvPr>
        </p:nvSpPr>
        <p:spPr>
          <a:xfrm>
            <a:off x="816912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PlaceHolder 6"/>
          <p:cNvSpPr>
            <a:spLocks noGrp="1"/>
          </p:cNvSpPr>
          <p:nvPr>
            <p:ph type="sldNum" idx="150"/>
          </p:nvPr>
        </p:nvSpPr>
        <p:spPr>
          <a:xfrm>
            <a:off x="1092456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3DC8E6-31F2-4D6D-9C11-A52AC7D3680D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2">
    <p:bg>
      <p:bgPr>
        <a:solidFill>
          <a:srgbClr val="f7e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Line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33960" y="2477880"/>
            <a:ext cx="10366920" cy="3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2" name="PlaceHolder 1"/>
          <p:cNvSpPr>
            <a:spLocks noGrp="1"/>
          </p:cNvSpPr>
          <p:nvPr>
            <p:ph type="title"/>
          </p:nvPr>
        </p:nvSpPr>
        <p:spPr>
          <a:xfrm>
            <a:off x="633960" y="635040"/>
            <a:ext cx="10366920" cy="149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633960" y="3242880"/>
            <a:ext cx="471456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body"/>
          </p:nvPr>
        </p:nvSpPr>
        <p:spPr>
          <a:xfrm>
            <a:off x="6286680" y="3242880"/>
            <a:ext cx="471456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85" name="PlaceHolder 4"/>
          <p:cNvSpPr>
            <a:spLocks noGrp="1"/>
          </p:cNvSpPr>
          <p:nvPr>
            <p:ph type="dt" idx="151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PlaceHolder 5"/>
          <p:cNvSpPr>
            <a:spLocks noGrp="1"/>
          </p:cNvSpPr>
          <p:nvPr>
            <p:ph type="ftr" idx="152"/>
          </p:nvPr>
        </p:nvSpPr>
        <p:spPr>
          <a:xfrm>
            <a:off x="78166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PlaceHolder 6"/>
          <p:cNvSpPr>
            <a:spLocks noGrp="1"/>
          </p:cNvSpPr>
          <p:nvPr>
            <p:ph type="sldNum" idx="153"/>
          </p:nvPr>
        </p:nvSpPr>
        <p:spPr>
          <a:xfrm>
            <a:off x="1057212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4869893-7E15-410D-9D46-AAFE8752F7FA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609480" y="547560"/>
            <a:ext cx="10745280" cy="114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rgbClr val="01010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09480" y="1685880"/>
            <a:ext cx="5157360" cy="559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 defTabSz="914400">
              <a:lnSpc>
                <a:spcPct val="8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800" b="1" u="none" spc="31" strike="noStrike" cap="all">
                <a:solidFill>
                  <a:srgbClr val="010102"/>
                </a:solidFill>
                <a:effectLst/>
                <a:uFillTx/>
                <a:latin typeface="Bahnschrift SemiBold"/>
              </a:rPr>
              <a:t>Click to edit Master text styles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body"/>
          </p:nvPr>
        </p:nvSpPr>
        <p:spPr>
          <a:xfrm>
            <a:off x="609480" y="2387520"/>
            <a:ext cx="5157360" cy="37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2286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Second level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4572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Third level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91" name="PlaceHolder 4"/>
          <p:cNvSpPr>
            <a:spLocks noGrp="1"/>
          </p:cNvSpPr>
          <p:nvPr>
            <p:ph type="dt" idx="154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PlaceHolder 5"/>
          <p:cNvSpPr>
            <a:spLocks noGrp="1"/>
          </p:cNvSpPr>
          <p:nvPr>
            <p:ph type="body"/>
          </p:nvPr>
        </p:nvSpPr>
        <p:spPr>
          <a:xfrm>
            <a:off x="6172200" y="1685880"/>
            <a:ext cx="5182920" cy="559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 defTabSz="914400">
              <a:lnSpc>
                <a:spcPct val="8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800" b="1" u="none" spc="31" strike="noStrike" cap="all">
                <a:solidFill>
                  <a:srgbClr val="010102"/>
                </a:solidFill>
                <a:effectLst/>
                <a:uFillTx/>
                <a:latin typeface="Bahnschrift SemiBold"/>
              </a:rPr>
              <a:t>Click to edit Master text styles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93" name="PlaceHolder 6"/>
          <p:cNvSpPr>
            <a:spLocks noGrp="1"/>
          </p:cNvSpPr>
          <p:nvPr>
            <p:ph type="body"/>
          </p:nvPr>
        </p:nvSpPr>
        <p:spPr>
          <a:xfrm>
            <a:off x="6172200" y="2387520"/>
            <a:ext cx="5182920" cy="37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2286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Second level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4572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Third level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94" name="PlaceHolder 7"/>
          <p:cNvSpPr>
            <a:spLocks noGrp="1"/>
          </p:cNvSpPr>
          <p:nvPr>
            <p:ph type="ftr" idx="155"/>
          </p:nvPr>
        </p:nvSpPr>
        <p:spPr>
          <a:xfrm>
            <a:off x="80848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PlaceHolder 8"/>
          <p:cNvSpPr>
            <a:spLocks noGrp="1"/>
          </p:cNvSpPr>
          <p:nvPr>
            <p:ph type="sldNum" idx="156"/>
          </p:nvPr>
        </p:nvSpPr>
        <p:spPr>
          <a:xfrm>
            <a:off x="108406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FC046F-97E9-4A3E-BC76-36BBC3312D94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612720" y="548640"/>
            <a:ext cx="10653120" cy="11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 type="dt" idx="157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ftr" idx="158"/>
          </p:nvPr>
        </p:nvSpPr>
        <p:spPr>
          <a:xfrm>
            <a:off x="80848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PlaceHolder 4"/>
          <p:cNvSpPr>
            <a:spLocks noGrp="1"/>
          </p:cNvSpPr>
          <p:nvPr>
            <p:ph type="sldNum" idx="159"/>
          </p:nvPr>
        </p:nvSpPr>
        <p:spPr>
          <a:xfrm>
            <a:off x="108406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3BAE055-54EB-4740-B560-ACE46EBFE745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dt" idx="160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PlaceHolder 2"/>
          <p:cNvSpPr>
            <a:spLocks noGrp="1"/>
          </p:cNvSpPr>
          <p:nvPr>
            <p:ph type="ftr" idx="161"/>
          </p:nvPr>
        </p:nvSpPr>
        <p:spPr>
          <a:xfrm>
            <a:off x="80848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sldNum" idx="162"/>
          </p:nvPr>
        </p:nvSpPr>
        <p:spPr>
          <a:xfrm>
            <a:off x="108406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0BFAB5C-F812-42CC-891C-D3DA9A01D976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title"/>
          </p:nvPr>
        </p:nvSpPr>
        <p:spPr>
          <a:xfrm>
            <a:off x="612720" y="553680"/>
            <a:ext cx="3595320" cy="17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04" name="PlaceHolder 2"/>
          <p:cNvSpPr>
            <a:spLocks noGrp="1"/>
          </p:cNvSpPr>
          <p:nvPr>
            <p:ph type="body"/>
          </p:nvPr>
        </p:nvSpPr>
        <p:spPr>
          <a:xfrm>
            <a:off x="612720" y="2311200"/>
            <a:ext cx="3595320" cy="3992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8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dt" idx="163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PlaceHolder 4"/>
          <p:cNvSpPr>
            <a:spLocks noGrp="1"/>
          </p:cNvSpPr>
          <p:nvPr>
            <p:ph type="body"/>
          </p:nvPr>
        </p:nvSpPr>
        <p:spPr>
          <a:xfrm>
            <a:off x="5134680" y="553680"/>
            <a:ext cx="6440040" cy="57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07" name="PlaceHolder 5"/>
          <p:cNvSpPr>
            <a:spLocks noGrp="1"/>
          </p:cNvSpPr>
          <p:nvPr>
            <p:ph type="ftr" idx="164"/>
          </p:nvPr>
        </p:nvSpPr>
        <p:spPr>
          <a:xfrm>
            <a:off x="839016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" name="PlaceHolder 6"/>
          <p:cNvSpPr>
            <a:spLocks noGrp="1"/>
          </p:cNvSpPr>
          <p:nvPr>
            <p:ph type="sldNum" idx="165"/>
          </p:nvPr>
        </p:nvSpPr>
        <p:spPr>
          <a:xfrm>
            <a:off x="1114560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DD8DDBF-FA4F-4333-8554-EF005DF9A4CB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2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618120" y="854280"/>
            <a:ext cx="7876080" cy="359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11600" b="0" u="none" spc="-9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116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 type="dt" idx="166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ftr" idx="167"/>
          </p:nvPr>
        </p:nvSpPr>
        <p:spPr>
          <a:xfrm>
            <a:off x="80848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 type="sldNum" idx="168"/>
          </p:nvPr>
        </p:nvSpPr>
        <p:spPr>
          <a:xfrm>
            <a:off x="108406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998D0B9-ADC7-4433-95CE-DF029E91CA57}" type="slidenum"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612720" y="557640"/>
            <a:ext cx="3595320" cy="221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612720" y="2826000"/>
            <a:ext cx="3585240" cy="343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dt" idx="169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PlaceHolder 4"/>
          <p:cNvSpPr>
            <a:spLocks noGrp="1"/>
          </p:cNvSpPr>
          <p:nvPr>
            <p:ph type="body"/>
          </p:nvPr>
        </p:nvSpPr>
        <p:spPr>
          <a:xfrm>
            <a:off x="5063400" y="557640"/>
            <a:ext cx="6518880" cy="5778720"/>
          </a:xfrm>
          <a:prstGeom prst="rect">
            <a:avLst/>
          </a:prstGeom>
          <a:blipFill rotWithShape="0">
            <a:blip r:embed="rId2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32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17" name="PlaceHolder 5"/>
          <p:cNvSpPr>
            <a:spLocks noGrp="1"/>
          </p:cNvSpPr>
          <p:nvPr>
            <p:ph type="ftr" idx="170"/>
          </p:nvPr>
        </p:nvSpPr>
        <p:spPr>
          <a:xfrm>
            <a:off x="83944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PlaceHolder 6"/>
          <p:cNvSpPr>
            <a:spLocks noGrp="1"/>
          </p:cNvSpPr>
          <p:nvPr>
            <p:ph type="sldNum" idx="171"/>
          </p:nvPr>
        </p:nvSpPr>
        <p:spPr>
          <a:xfrm>
            <a:off x="111502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B73B0FA-28BD-4F5D-B0DB-37FDC0806434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clusion">
    <p:bg>
      <p:bgPr>
        <a:solidFill>
          <a:srgbClr val="f7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title"/>
          </p:nvPr>
        </p:nvSpPr>
        <p:spPr>
          <a:xfrm>
            <a:off x="614520" y="1847160"/>
            <a:ext cx="7341840" cy="113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612720" y="3594240"/>
            <a:ext cx="10890000" cy="274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2286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Second level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4572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Third level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dt" idx="172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PlaceHolder 4"/>
          <p:cNvSpPr>
            <a:spLocks noGrp="1"/>
          </p:cNvSpPr>
          <p:nvPr>
            <p:ph type="ftr" idx="173"/>
          </p:nvPr>
        </p:nvSpPr>
        <p:spPr>
          <a:xfrm>
            <a:off x="831816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PlaceHolder 5"/>
          <p:cNvSpPr>
            <a:spLocks noGrp="1"/>
          </p:cNvSpPr>
          <p:nvPr>
            <p:ph type="sldNum" idx="174"/>
          </p:nvPr>
        </p:nvSpPr>
        <p:spPr>
          <a:xfrm>
            <a:off x="1107396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90F198A-1F83-460E-B9FD-F3C60B01FAFC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clusion 2">
    <p:bg>
      <p:bgPr>
        <a:solidFill>
          <a:srgbClr val="f7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title"/>
          </p:nvPr>
        </p:nvSpPr>
        <p:spPr>
          <a:xfrm>
            <a:off x="612720" y="1627200"/>
            <a:ext cx="8430480" cy="1841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94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94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612720" y="3622680"/>
            <a:ext cx="8430120" cy="127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8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dt" idx="175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PlaceHolder 4"/>
          <p:cNvSpPr>
            <a:spLocks noGrp="1"/>
          </p:cNvSpPr>
          <p:nvPr>
            <p:ph type="ftr" idx="176"/>
          </p:nvPr>
        </p:nvSpPr>
        <p:spPr>
          <a:xfrm>
            <a:off x="80848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PlaceHolder 5"/>
          <p:cNvSpPr>
            <a:spLocks noGrp="1"/>
          </p:cNvSpPr>
          <p:nvPr>
            <p:ph type="sldNum" idx="177"/>
          </p:nvPr>
        </p:nvSpPr>
        <p:spPr>
          <a:xfrm>
            <a:off x="108406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E841D02-F21F-45D0-8F17-9B3DC9168259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clusion 3">
    <p:bg>
      <p:bgPr>
        <a:solidFill>
          <a:srgbClr val="f7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9" name="Line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12720" y="3008880"/>
            <a:ext cx="10944720" cy="3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612720" y="635040"/>
            <a:ext cx="10944720" cy="205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5000"/>
              </a:lnSpc>
              <a:buNone/>
            </a:pPr>
            <a:r>
              <a:rPr lang="en-GB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body"/>
          </p:nvPr>
        </p:nvSpPr>
        <p:spPr>
          <a:xfrm>
            <a:off x="633960" y="3594240"/>
            <a:ext cx="10923480" cy="262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text styles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2286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Second level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457200" indent="0" defTabSz="914400">
              <a:lnSpc>
                <a:spcPct val="105000"/>
              </a:lnSpc>
              <a:spcBef>
                <a:spcPts val="499"/>
              </a:spcBef>
              <a:buNone/>
              <a:tabLst>
                <a:tab algn="l" pos="0"/>
              </a:tabLst>
            </a:pPr>
            <a:r>
              <a:rPr lang="en-GB" sz="16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Third level</a:t>
            </a:r>
            <a:endParaRPr lang="en-US" sz="16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dt" idx="178"/>
          </p:nvPr>
        </p:nvSpPr>
        <p:spPr>
          <a:xfrm>
            <a:off x="612720" y="64656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PlaceHolder 4"/>
          <p:cNvSpPr>
            <a:spLocks noGrp="1"/>
          </p:cNvSpPr>
          <p:nvPr>
            <p:ph type="ftr" idx="179"/>
          </p:nvPr>
        </p:nvSpPr>
        <p:spPr>
          <a:xfrm>
            <a:off x="837324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PlaceHolder 5"/>
          <p:cNvSpPr>
            <a:spLocks noGrp="1"/>
          </p:cNvSpPr>
          <p:nvPr>
            <p:ph type="sldNum" idx="180"/>
          </p:nvPr>
        </p:nvSpPr>
        <p:spPr>
          <a:xfrm>
            <a:off x="111286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EE43C5C-9B96-4194-9B1C-8E4B7843AB9A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clusion 4">
    <p:bg>
      <p:bgPr>
        <a:solidFill>
          <a:schemeClr val="accent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515880" y="4362840"/>
            <a:ext cx="11041920" cy="1493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94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94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12191760" cy="3981240"/>
          </a:xfrm>
          <a:prstGeom prst="rect">
            <a:avLst/>
          </a:prstGeom>
          <a:blipFill rotWithShape="0">
            <a:blip r:embed="rId2">
              <a:alphaModFix amt="60000"/>
            </a:blip>
            <a:stretch/>
          </a:blip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Click icon to add picture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dt" idx="181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PlaceHolder 4"/>
          <p:cNvSpPr>
            <a:spLocks noGrp="1"/>
          </p:cNvSpPr>
          <p:nvPr>
            <p:ph type="ftr" idx="182"/>
          </p:nvPr>
        </p:nvSpPr>
        <p:spPr>
          <a:xfrm>
            <a:off x="837324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PlaceHolder 5"/>
          <p:cNvSpPr>
            <a:spLocks noGrp="1"/>
          </p:cNvSpPr>
          <p:nvPr>
            <p:ph type="sldNum" idx="183"/>
          </p:nvPr>
        </p:nvSpPr>
        <p:spPr>
          <a:xfrm>
            <a:off x="111286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5711043-B0D5-4386-9676-645B19C93D46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3">
    <p:bg>
      <p:bgPr>
        <a:solidFill>
          <a:schemeClr val="accent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1981080" y="1318320"/>
            <a:ext cx="8229240" cy="262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algn="ctr" defTabSz="914400">
              <a:lnSpc>
                <a:spcPct val="80000"/>
              </a:lnSpc>
              <a:buNone/>
            </a:pPr>
            <a:r>
              <a:rPr lang="en-GB" sz="94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94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41" name="PlaceHolder 2"/>
          <p:cNvSpPr>
            <a:spLocks noGrp="1"/>
          </p:cNvSpPr>
          <p:nvPr>
            <p:ph type="dt" idx="184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ftr" idx="185"/>
          </p:nvPr>
        </p:nvSpPr>
        <p:spPr>
          <a:xfrm>
            <a:off x="80848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PlaceHolder 4"/>
          <p:cNvSpPr>
            <a:spLocks noGrp="1"/>
          </p:cNvSpPr>
          <p:nvPr>
            <p:ph type="sldNum" idx="186"/>
          </p:nvPr>
        </p:nvSpPr>
        <p:spPr>
          <a:xfrm>
            <a:off x="108406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74C921F-3648-4929-AADF-B101967EFD15}" type="slidenum">
              <a:rPr lang="en-US" sz="900" b="0" u="none" spc="3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4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Line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33960" y="5115960"/>
            <a:ext cx="10923480" cy="74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633960" y="633960"/>
            <a:ext cx="10923480" cy="422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75000"/>
              </a:lnSpc>
              <a:buNone/>
            </a:pPr>
            <a:r>
              <a:rPr lang="en-GB" sz="11600" b="0" u="none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116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 type="dt" idx="187"/>
          </p:nvPr>
        </p:nvSpPr>
        <p:spPr>
          <a:xfrm>
            <a:off x="6127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ftr" idx="188"/>
          </p:nvPr>
        </p:nvSpPr>
        <p:spPr>
          <a:xfrm>
            <a:off x="837324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PlaceHolder 4"/>
          <p:cNvSpPr>
            <a:spLocks noGrp="1"/>
          </p:cNvSpPr>
          <p:nvPr>
            <p:ph type="sldNum" idx="189"/>
          </p:nvPr>
        </p:nvSpPr>
        <p:spPr>
          <a:xfrm>
            <a:off x="111286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FDDC9AD-C1CF-4F1F-8BB6-95DA5F59439C}" type="slidenum"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5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Click to edit the outline text format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864000" lvl="1" indent="-324000">
              <a:lnSpc>
                <a:spcPct val="105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4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Second Outline Level</a:t>
            </a:r>
            <a:endParaRPr lang="en-US" sz="14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1296000" lvl="2" indent="-288000">
              <a:lnSpc>
                <a:spcPct val="12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Third Outline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  <a:p>
            <a:pPr marL="1728000" lvl="3" indent="-216000">
              <a:lnSpc>
                <a:spcPct val="12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Fourth Outline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  <a:p>
            <a:pPr marL="2160000" lvl="4" indent="-216000">
              <a:lnSpc>
                <a:spcPct val="12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  <a:p>
            <a:pPr marL="2592000" lvl="5" indent="-216000">
              <a:lnSpc>
                <a:spcPct val="12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  <a:p>
            <a:pPr marL="3024000" lvl="6" indent="-216000">
              <a:lnSpc>
                <a:spcPct val="12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274320" y="1801440"/>
            <a:ext cx="7772040" cy="457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 defTabSz="914400">
              <a:lnSpc>
                <a:spcPct val="80000"/>
              </a:lnSpc>
              <a:buNone/>
            </a:pPr>
            <a:r>
              <a:rPr lang="en-GB" sz="9400" b="0" u="none" spc="-9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Click to edit Master title style</a:t>
            </a:r>
            <a:endParaRPr lang="en-US" sz="9400" b="0" u="none" strike="noStrike">
              <a:solidFill>
                <a:schemeClr val="lt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 type="dt" idx="190"/>
          </p:nvPr>
        </p:nvSpPr>
        <p:spPr>
          <a:xfrm>
            <a:off x="274320" y="6453000"/>
            <a:ext cx="349380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&lt;date/time&gt;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 type="ftr" idx="191"/>
          </p:nvPr>
        </p:nvSpPr>
        <p:spPr>
          <a:xfrm>
            <a:off x="8084880" y="6453000"/>
            <a:ext cx="280512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&lt;footer&gt;</a:t>
            </a:r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PlaceHolder 4"/>
          <p:cNvSpPr>
            <a:spLocks noGrp="1"/>
          </p:cNvSpPr>
          <p:nvPr>
            <p:ph type="sldNum" idx="192"/>
          </p:nvPr>
        </p:nvSpPr>
        <p:spPr>
          <a:xfrm>
            <a:off x="10840680" y="6453000"/>
            <a:ext cx="428760" cy="36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7A1B1A7-9765-4717-B443-2F2388BF467B}" type="slidenum">
              <a:rPr lang="en-US" sz="900" b="0" u="none" spc="3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&lt;number&gt;</a:t>
            </a:fld>
            <a:endParaRPr lang="sk-SK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Relationship Id="rId43" Type="http://schemas.openxmlformats.org/officeDocument/2006/relationships/slideLayout" Target="../slideLayouts/slideLayout42.xml"/><Relationship Id="rId44" Type="http://schemas.openxmlformats.org/officeDocument/2006/relationships/slideLayout" Target="../slideLayouts/slideLayout43.xml"/><Relationship Id="rId45" Type="http://schemas.openxmlformats.org/officeDocument/2006/relationships/slideLayout" Target="../slideLayouts/slideLayout44.xml"/><Relationship Id="rId46" Type="http://schemas.openxmlformats.org/officeDocument/2006/relationships/slideLayout" Target="../slideLayouts/slideLayout45.xml"/><Relationship Id="rId47" Type="http://schemas.openxmlformats.org/officeDocument/2006/relationships/slideLayout" Target="../slideLayouts/slideLayout46.xml"/><Relationship Id="rId48" Type="http://schemas.openxmlformats.org/officeDocument/2006/relationships/slideLayout" Target="../slideLayouts/slideLayout47.xml"/><Relationship Id="rId49" Type="http://schemas.openxmlformats.org/officeDocument/2006/relationships/slideLayout" Target="../slideLayouts/slideLayout48.xml"/><Relationship Id="rId50" Type="http://schemas.openxmlformats.org/officeDocument/2006/relationships/slideLayout" Target="../slideLayouts/slideLayout49.xml"/><Relationship Id="rId51" Type="http://schemas.openxmlformats.org/officeDocument/2006/relationships/slideLayout" Target="../slideLayouts/slideLayout50.xml"/><Relationship Id="rId52" Type="http://schemas.openxmlformats.org/officeDocument/2006/relationships/slideLayout" Target="../slideLayouts/slideLayout51.xml"/><Relationship Id="rId53" Type="http://schemas.openxmlformats.org/officeDocument/2006/relationships/slideLayout" Target="../slideLayouts/slideLayout52.xml"/><Relationship Id="rId54" Type="http://schemas.openxmlformats.org/officeDocument/2006/relationships/slideLayout" Target="../slideLayouts/slideLayout53.xml"/><Relationship Id="rId55" Type="http://schemas.openxmlformats.org/officeDocument/2006/relationships/slideLayout" Target="../slideLayouts/slideLayout54.xml"/><Relationship Id="rId56" Type="http://schemas.openxmlformats.org/officeDocument/2006/relationships/slideLayout" Target="../slideLayouts/slideLayout55.xml"/><Relationship Id="rId57" Type="http://schemas.openxmlformats.org/officeDocument/2006/relationships/slideLayout" Target="../slideLayouts/slideLayout56.xml"/><Relationship Id="rId58" Type="http://schemas.openxmlformats.org/officeDocument/2006/relationships/slideLayout" Target="../slideLayouts/slideLayout57.xml"/><Relationship Id="rId59" Type="http://schemas.openxmlformats.org/officeDocument/2006/relationships/slideLayout" Target="../slideLayouts/slideLayout58.xml"/><Relationship Id="rId60" Type="http://schemas.openxmlformats.org/officeDocument/2006/relationships/slideLayout" Target="../slideLayouts/slideLayout59.xml"/><Relationship Id="rId61" Type="http://schemas.openxmlformats.org/officeDocument/2006/relationships/slideLayout" Target="../slideLayouts/slideLayout60.xml"/><Relationship Id="rId62" Type="http://schemas.openxmlformats.org/officeDocument/2006/relationships/slideLayout" Target="../slideLayouts/slideLayout61.xml"/><Relationship Id="rId63" Type="http://schemas.openxmlformats.org/officeDocument/2006/relationships/slideLayout" Target="../slideLayouts/slideLayout62.xml"/><Relationship Id="rId64" Type="http://schemas.openxmlformats.org/officeDocument/2006/relationships/slideLayout" Target="../slideLayouts/slideLayout63.xml"/><Relationship Id="rId65" Type="http://schemas.openxmlformats.org/officeDocument/2006/relationships/slideLayout" Target="../slideLayouts/slideLayout6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6" r:id="rId49"/>
    <p:sldLayoutId id="2147483697" r:id="rId50"/>
    <p:sldLayoutId id="2147483698" r:id="rId51"/>
    <p:sldLayoutId id="2147483699" r:id="rId52"/>
    <p:sldLayoutId id="2147483700" r:id="rId53"/>
    <p:sldLayoutId id="2147483701" r:id="rId54"/>
    <p:sldLayoutId id="2147483702" r:id="rId55"/>
    <p:sldLayoutId id="2147483703" r:id="rId56"/>
    <p:sldLayoutId id="2147483704" r:id="rId57"/>
    <p:sldLayoutId id="2147483705" r:id="rId58"/>
    <p:sldLayoutId id="2147483706" r:id="rId59"/>
    <p:sldLayoutId id="2147483707" r:id="rId60"/>
    <p:sldLayoutId id="2147483708" r:id="rId61"/>
    <p:sldLayoutId id="2147483709" r:id="rId62"/>
    <p:sldLayoutId id="2147483710" r:id="rId63"/>
    <p:sldLayoutId id="2147483711" r:id="rId64"/>
    <p:sldLayoutId id="2147483712" r:id="rId6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5.jpeg"/><Relationship Id="rId2" Type="http://schemas.openxmlformats.org/officeDocument/2006/relationships/slideLayout" Target="../slideLayouts/slideLayout1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633960" y="633960"/>
            <a:ext cx="10923480" cy="422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75000"/>
              </a:lnSpc>
              <a:buNone/>
            </a:pPr>
            <a:r>
              <a:rPr lang="en-US" sz="11600" b="0" u="none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File organizer</a:t>
            </a:r>
            <a:endParaRPr lang="en-US" sz="116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 type="subTitle"/>
          </p:nvPr>
        </p:nvSpPr>
        <p:spPr>
          <a:xfrm>
            <a:off x="633960" y="5856120"/>
            <a:ext cx="9424080" cy="36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sk-SK" sz="18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Matej Petuchovský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612720" y="483480"/>
            <a:ext cx="10653120" cy="11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sk-SK" sz="66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OBSAH</a:t>
            </a:r>
            <a:endParaRPr lang="en-US" sz="66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57" name="Text Placeholder 3"/>
          <p:cNvSpPr/>
          <p:nvPr/>
        </p:nvSpPr>
        <p:spPr>
          <a:xfrm>
            <a:off x="612720" y="1944360"/>
            <a:ext cx="5157360" cy="37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10102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Definícia problematiky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10102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Stanovenie cieľov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10102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Vyber programovacieho jazyka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10102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Základne funkcie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10102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Zabezpečenie požiadaviek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10102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Distribúcia a údržba projektu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spcBef>
                <a:spcPts val="1001"/>
              </a:spcBef>
            </a:pP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spcBef>
                <a:spcPts val="1001"/>
              </a:spcBef>
            </a:pP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Placeholder 2"/>
          <p:cNvSpPr/>
          <p:nvPr/>
        </p:nvSpPr>
        <p:spPr>
          <a:xfrm>
            <a:off x="612720" y="2244600"/>
            <a:ext cx="515736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5000"/>
              </a:lnSpc>
              <a:spcBef>
                <a:spcPts val="1001"/>
              </a:spcBef>
              <a:tabLst>
                <a:tab algn="l" pos="0"/>
              </a:tabLst>
            </a:pPr>
            <a:endParaRPr lang="sk-SK" sz="24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612720" y="48456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sk-SK" sz="6200" b="0" u="none" spc="-91" strike="noStrike" cap="all">
                <a:solidFill>
                  <a:srgbClr val="f7e6d4"/>
                </a:solidFill>
                <a:effectLst/>
                <a:uFillTx/>
                <a:latin typeface="Bahnschrift SemiLight"/>
              </a:rPr>
              <a:t>Problematika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60" name="Text Placeholder 2"/>
          <p:cNvSpPr/>
          <p:nvPr/>
        </p:nvSpPr>
        <p:spPr>
          <a:xfrm>
            <a:off x="633960" y="2324160"/>
            <a:ext cx="515736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5000"/>
              </a:lnSpc>
              <a:spcBef>
                <a:spcPts val="1001"/>
              </a:spcBef>
              <a:tabLst>
                <a:tab algn="l" pos="0"/>
              </a:tabLst>
            </a:pPr>
            <a:r>
              <a:rPr lang="sk-SK" sz="24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Súborový systém</a:t>
            </a:r>
            <a:endParaRPr lang="sk-SK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Placeholder 3"/>
          <p:cNvSpPr/>
          <p:nvPr/>
        </p:nvSpPr>
        <p:spPr>
          <a:xfrm>
            <a:off x="633960" y="3315960"/>
            <a:ext cx="5157360" cy="37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veľké množstvo súborov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zložitá súborová štruktúra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nepotrebné súbory (logy,  cache a t.ď.)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Placeholder 4"/>
          <p:cNvSpPr/>
          <p:nvPr/>
        </p:nvSpPr>
        <p:spPr>
          <a:xfrm>
            <a:off x="6196680" y="2324160"/>
            <a:ext cx="518292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5000"/>
              </a:lnSpc>
              <a:spcBef>
                <a:spcPts val="1001"/>
              </a:spcBef>
              <a:tabLst>
                <a:tab algn="l" pos="0"/>
              </a:tabLst>
            </a:pPr>
            <a:r>
              <a:rPr lang="sk-SK" sz="24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Existujúce CLI nástroje</a:t>
            </a:r>
            <a:endParaRPr lang="sk-SK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Placeholder 5"/>
          <p:cNvSpPr/>
          <p:nvPr/>
        </p:nvSpPr>
        <p:spPr>
          <a:xfrm>
            <a:off x="6196680" y="3315960"/>
            <a:ext cx="5182920" cy="37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jedno úlohové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komplikované pre bežného používateľa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title"/>
          </p:nvPr>
        </p:nvSpPr>
        <p:spPr>
          <a:xfrm>
            <a:off x="612720" y="483480"/>
            <a:ext cx="10653120" cy="11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sk-SK" sz="66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Cieľ</a:t>
            </a:r>
            <a:r>
              <a:rPr lang="en-US" sz="66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 </a:t>
            </a:r>
            <a:r>
              <a:rPr lang="sk-SK" sz="66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prace</a:t>
            </a:r>
            <a:endParaRPr lang="en-US" sz="66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65" name="Text Placeholder 2"/>
          <p:cNvSpPr/>
          <p:nvPr/>
        </p:nvSpPr>
        <p:spPr>
          <a:xfrm>
            <a:off x="612720" y="2324160"/>
            <a:ext cx="515736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5000"/>
              </a:lnSpc>
              <a:spcBef>
                <a:spcPts val="1001"/>
              </a:spcBef>
              <a:tabLst>
                <a:tab algn="l" pos="0"/>
              </a:tabLst>
            </a:pPr>
            <a:r>
              <a:rPr lang="sk-SK" sz="24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Základne úlohy</a:t>
            </a:r>
            <a:endParaRPr lang="sk-SK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Placeholder 3"/>
          <p:cNvSpPr/>
          <p:nvPr/>
        </p:nvSpPr>
        <p:spPr>
          <a:xfrm>
            <a:off x="633960" y="3315960"/>
            <a:ext cx="5157360" cy="254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10102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organizácia súborov v adresári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10102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vlastný CLI nástroj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10102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multiplatformová implementácia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10102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úzko zamerané riešenie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10102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jedna úloha = jedno spustenie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Placeholder 4"/>
          <p:cNvSpPr/>
          <p:nvPr/>
        </p:nvSpPr>
        <p:spPr>
          <a:xfrm>
            <a:off x="6175080" y="2244600"/>
            <a:ext cx="518292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5000"/>
              </a:lnSpc>
              <a:spcBef>
                <a:spcPts val="1001"/>
              </a:spcBef>
              <a:tabLst>
                <a:tab algn="l" pos="0"/>
              </a:tabLst>
            </a:pPr>
            <a:r>
              <a:rPr lang="sk-SK" sz="24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Požiadavky</a:t>
            </a:r>
            <a:endParaRPr lang="sk-SK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Placeholder 5"/>
          <p:cNvSpPr/>
          <p:nvPr/>
        </p:nvSpPr>
        <p:spPr>
          <a:xfrm>
            <a:off x="6095880" y="3315960"/>
            <a:ext cx="5182920" cy="37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00102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rýchlosť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00102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jednoduchosť v použití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00102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bezpečnosť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00102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dk2"/>
                </a:solidFill>
                <a:effectLst/>
                <a:uFillTx/>
                <a:latin typeface="Bahnschrift SemiLight"/>
              </a:rPr>
              <a:t>spoľahlivosť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Placeholder 2"/>
          <p:cNvSpPr/>
          <p:nvPr/>
        </p:nvSpPr>
        <p:spPr>
          <a:xfrm>
            <a:off x="612720" y="2244600"/>
            <a:ext cx="515736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5000"/>
              </a:lnSpc>
              <a:spcBef>
                <a:spcPts val="1001"/>
              </a:spcBef>
              <a:tabLst>
                <a:tab algn="l" pos="0"/>
              </a:tabLst>
            </a:pPr>
            <a:endParaRPr lang="sk-SK" sz="24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/>
          </p:nvPr>
        </p:nvSpPr>
        <p:spPr>
          <a:xfrm>
            <a:off x="612720" y="2743200"/>
            <a:ext cx="6135120" cy="4489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vysoký</a:t>
            </a:r>
            <a:r>
              <a:rPr lang="en-US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 </a:t>
            </a:r>
            <a:r>
              <a:rPr lang="sk-SK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výkon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f7e6d3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pamäťová</a:t>
            </a:r>
            <a:r>
              <a:rPr lang="en-US" sz="18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 </a:t>
            </a:r>
            <a:r>
              <a:rPr lang="sk-SK" sz="18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bezpečnosť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spoľahlivosť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f7e6d3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dobrý</a:t>
            </a:r>
            <a:r>
              <a:rPr lang="en-US" sz="18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 CLI </a:t>
            </a:r>
            <a:r>
              <a:rPr lang="sk-SK" sz="18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ekosystém</a:t>
            </a: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71" name="Title 1"/>
          <p:cNvSpPr/>
          <p:nvPr/>
        </p:nvSpPr>
        <p:spPr>
          <a:xfrm>
            <a:off x="612720" y="484560"/>
            <a:ext cx="10652400" cy="11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80000"/>
              </a:lnSpc>
            </a:pPr>
            <a:r>
              <a:rPr lang="sk-SK" sz="6200" b="0" u="none" spc="-9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rust</a:t>
            </a:r>
            <a:endParaRPr lang="sk-SK" sz="6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2" name="Picture 4" descr="Rust - Programming language for safety and speed? | Build From Zero"/>
          <p:cNvPicPr/>
          <p:nvPr/>
        </p:nvPicPr>
        <p:blipFill>
          <a:blip r:embed="rId1"/>
          <a:srcRect l="16389" t="0" r="16389" b="0"/>
          <a:stretch/>
        </p:blipFill>
        <p:spPr>
          <a:xfrm>
            <a:off x="5276880" y="0"/>
            <a:ext cx="691488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3" name="TextBox 10"/>
          <p:cNvSpPr/>
          <p:nvPr/>
        </p:nvSpPr>
        <p:spPr>
          <a:xfrm>
            <a:off x="476280" y="5517000"/>
            <a:ext cx="60955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Python</a:t>
            </a:r>
            <a:r>
              <a:rPr lang="sk-SK" sz="1800" b="0" u="none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 → pomalší, nespoľahlivý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sk-SK" sz="1800" b="0" u="none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C → výkonnejší, rizikový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Placeholder 2"/>
          <p:cNvSpPr/>
          <p:nvPr/>
        </p:nvSpPr>
        <p:spPr>
          <a:xfrm>
            <a:off x="612720" y="1983960"/>
            <a:ext cx="515736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5000"/>
              </a:lnSpc>
              <a:spcBef>
                <a:spcPts val="1001"/>
              </a:spcBef>
              <a:tabLst>
                <a:tab algn="l" pos="0"/>
              </a:tabLst>
            </a:pPr>
            <a:r>
              <a:rPr lang="sk-SK" sz="24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Výhody</a:t>
            </a:r>
            <a:endParaRPr lang="sk-SK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Placeholder 2"/>
          <p:cNvSpPr/>
          <p:nvPr/>
        </p:nvSpPr>
        <p:spPr>
          <a:xfrm>
            <a:off x="476280" y="4757760"/>
            <a:ext cx="515736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5000"/>
              </a:lnSpc>
              <a:spcBef>
                <a:spcPts val="1001"/>
              </a:spcBef>
              <a:tabLst>
                <a:tab algn="l" pos="0"/>
              </a:tabLst>
            </a:pPr>
            <a:r>
              <a:rPr lang="sk-SK" sz="24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Porovnanie</a:t>
            </a:r>
            <a:endParaRPr lang="sk-SK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612720" y="548640"/>
            <a:ext cx="10653120" cy="11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sk-SK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vyhľadávanie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77" name="Text Placeholder 2"/>
          <p:cNvSpPr/>
          <p:nvPr/>
        </p:nvSpPr>
        <p:spPr>
          <a:xfrm>
            <a:off x="633960" y="2324160"/>
            <a:ext cx="515736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5000"/>
              </a:lnSpc>
              <a:spcBef>
                <a:spcPts val="1001"/>
              </a:spcBef>
              <a:tabLst>
                <a:tab algn="l" pos="0"/>
              </a:tabLst>
            </a:pPr>
            <a:r>
              <a:rPr lang="sk-SK" sz="24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Súborový systém</a:t>
            </a:r>
            <a:endParaRPr lang="sk-SK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Placeholder 3"/>
          <p:cNvSpPr/>
          <p:nvPr/>
        </p:nvSpPr>
        <p:spPr>
          <a:xfrm>
            <a:off x="633960" y="3429000"/>
            <a:ext cx="5157360" cy="37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rekurzívny</a:t>
            </a:r>
            <a:r>
              <a:rPr lang="en-GB" sz="18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 režim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nerekurzívny režim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práca so skrytými súbormi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Placeholder 4"/>
          <p:cNvSpPr/>
          <p:nvPr/>
        </p:nvSpPr>
        <p:spPr>
          <a:xfrm>
            <a:off x="6196680" y="2324160"/>
            <a:ext cx="518292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5000"/>
              </a:lnSpc>
              <a:spcBef>
                <a:spcPts val="1001"/>
              </a:spcBef>
              <a:tabLst>
                <a:tab algn="l" pos="0"/>
              </a:tabLst>
            </a:pPr>
            <a:r>
              <a:rPr lang="sk-SK" sz="24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Filtri</a:t>
            </a:r>
            <a:endParaRPr lang="sk-SK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Placeholder 5"/>
          <p:cNvSpPr/>
          <p:nvPr/>
        </p:nvSpPr>
        <p:spPr>
          <a:xfrm>
            <a:off x="6196680" y="3315960"/>
            <a:ext cx="5182920" cy="37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podľa mena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podľa veľkosti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podľa prípony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podľa dátumu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regex podpora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612720" y="48456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sk-SK" sz="6600" b="0" u="none" spc="-9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Triedenie</a:t>
            </a:r>
            <a:endParaRPr lang="en-US" sz="66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82" name="Text Placeholder 2"/>
          <p:cNvSpPr/>
          <p:nvPr/>
        </p:nvSpPr>
        <p:spPr>
          <a:xfrm>
            <a:off x="633960" y="2324160"/>
            <a:ext cx="515736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5000"/>
              </a:lnSpc>
              <a:spcBef>
                <a:spcPts val="1001"/>
              </a:spcBef>
              <a:tabLst>
                <a:tab algn="l" pos="0"/>
              </a:tabLst>
            </a:pPr>
            <a:r>
              <a:rPr lang="sk-SK" sz="24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Režimy</a:t>
            </a:r>
            <a:endParaRPr lang="sk-SK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Placeholder 3"/>
          <p:cNvSpPr/>
          <p:nvPr/>
        </p:nvSpPr>
        <p:spPr>
          <a:xfrm>
            <a:off x="633960" y="3308040"/>
            <a:ext cx="5157360" cy="34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f7e6d3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obyčajné sortovanie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f7e6d3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rekurzívne sortovanie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spcBef>
                <a:spcPts val="1001"/>
              </a:spcBef>
            </a:pP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f7e6d3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presun súborov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f7e6d3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kopírovanie súborov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Placeholder 4"/>
          <p:cNvSpPr/>
          <p:nvPr/>
        </p:nvSpPr>
        <p:spPr>
          <a:xfrm>
            <a:off x="6196680" y="2324160"/>
            <a:ext cx="518292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5000"/>
              </a:lnSpc>
              <a:spcBef>
                <a:spcPts val="1001"/>
              </a:spcBef>
              <a:tabLst>
                <a:tab algn="l" pos="0"/>
              </a:tabLst>
            </a:pPr>
            <a:r>
              <a:rPr lang="sk-SK" sz="24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Triedenie</a:t>
            </a:r>
            <a:endParaRPr lang="sk-SK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Placeholder 5"/>
          <p:cNvSpPr/>
          <p:nvPr/>
        </p:nvSpPr>
        <p:spPr>
          <a:xfrm>
            <a:off x="6196680" y="3315960"/>
            <a:ext cx="5182920" cy="37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en-GB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podľa veľkosti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en-GB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podľa dátumu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en-GB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podľa prípony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612720" y="548640"/>
            <a:ext cx="10653120" cy="11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sk-SK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Inteligentne</a:t>
            </a:r>
            <a:r>
              <a:rPr lang="en-US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 </a:t>
            </a:r>
            <a:r>
              <a:rPr lang="sk-SK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čistenie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87" name="Text Placeholder 2"/>
          <p:cNvSpPr/>
          <p:nvPr/>
        </p:nvSpPr>
        <p:spPr>
          <a:xfrm>
            <a:off x="633960" y="2324160"/>
            <a:ext cx="515736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5000"/>
              </a:lnSpc>
              <a:spcBef>
                <a:spcPts val="1001"/>
              </a:spcBef>
              <a:tabLst>
                <a:tab algn="l" pos="0"/>
              </a:tabLst>
            </a:pPr>
            <a:r>
              <a:rPr lang="sk-SK" sz="24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Odstránenie nepotrebných dát</a:t>
            </a:r>
            <a:endParaRPr lang="sk-SK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Placeholder 3"/>
          <p:cNvSpPr/>
          <p:nvPr/>
        </p:nvSpPr>
        <p:spPr>
          <a:xfrm>
            <a:off x="633960" y="3429000"/>
            <a:ext cx="5157360" cy="37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dočasné súbory 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recovery súbory 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záložné kópie 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logy 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diagnostické súbory 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cache priečinky 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Placeholder 4"/>
          <p:cNvSpPr/>
          <p:nvPr/>
        </p:nvSpPr>
        <p:spPr>
          <a:xfrm>
            <a:off x="6196680" y="2324160"/>
            <a:ext cx="518292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5000"/>
              </a:lnSpc>
              <a:spcBef>
                <a:spcPts val="1001"/>
              </a:spcBef>
              <a:tabLst>
                <a:tab algn="l" pos="0"/>
              </a:tabLst>
            </a:pPr>
            <a:r>
              <a:rPr lang="sk-SK" sz="24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Citlivá operácia</a:t>
            </a:r>
            <a:endParaRPr lang="sk-SK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Placeholder 5"/>
          <p:cNvSpPr/>
          <p:nvPr/>
        </p:nvSpPr>
        <p:spPr>
          <a:xfrm>
            <a:off x="6196680" y="3315960"/>
            <a:ext cx="5182920" cy="37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dôraz na opatrnosť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dôraz na testovanie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spcBef>
                <a:spcPts val="1001"/>
              </a:spcBef>
            </a:pP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612720" y="484560"/>
            <a:ext cx="11527560" cy="1566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sk-SK" sz="6600" b="0" u="none" spc="-9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Bezpečnosť</a:t>
            </a:r>
            <a:r>
              <a:rPr lang="en-US" sz="6600" b="0" u="none" spc="-9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 a </a:t>
            </a:r>
            <a:r>
              <a:rPr lang="sk-SK" sz="6600" b="0" u="none" spc="-9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spoľahlivosť</a:t>
            </a:r>
            <a:endParaRPr lang="en-US" sz="66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392" name="Text Placeholder 2"/>
          <p:cNvSpPr/>
          <p:nvPr/>
        </p:nvSpPr>
        <p:spPr>
          <a:xfrm>
            <a:off x="633960" y="2324160"/>
            <a:ext cx="238068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5000"/>
              </a:lnSpc>
              <a:spcBef>
                <a:spcPts val="1001"/>
              </a:spcBef>
              <a:tabLst>
                <a:tab algn="l" pos="0"/>
              </a:tabLst>
            </a:pPr>
            <a:r>
              <a:rPr lang="sk-SK" sz="24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Chyby</a:t>
            </a:r>
            <a:endParaRPr lang="sk-SK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Placeholder 3"/>
          <p:cNvSpPr/>
          <p:nvPr/>
        </p:nvSpPr>
        <p:spPr>
          <a:xfrm>
            <a:off x="633960" y="3308040"/>
            <a:ext cx="2380680" cy="165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en-GB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odchytávanie chýb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en-GB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bezpečné ukončenie programu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Placeholder 4"/>
          <p:cNvSpPr/>
          <p:nvPr/>
        </p:nvSpPr>
        <p:spPr>
          <a:xfrm>
            <a:off x="8370000" y="2324160"/>
            <a:ext cx="377028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5000"/>
              </a:lnSpc>
              <a:spcBef>
                <a:spcPts val="1001"/>
              </a:spcBef>
              <a:tabLst>
                <a:tab algn="l" pos="0"/>
              </a:tabLst>
            </a:pPr>
            <a:r>
              <a:rPr lang="sk-SK" sz="24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Automatické nástroje</a:t>
            </a:r>
            <a:endParaRPr lang="sk-SK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7"/>
          <p:cNvSpPr/>
          <p:nvPr/>
        </p:nvSpPr>
        <p:spPr>
          <a:xfrm>
            <a:off x="5661000" y="3308040"/>
            <a:ext cx="2066040" cy="13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en-GB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unit testy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en-GB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manuálne testovanie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Placeholder 4"/>
          <p:cNvSpPr/>
          <p:nvPr/>
        </p:nvSpPr>
        <p:spPr>
          <a:xfrm>
            <a:off x="3423600" y="2324160"/>
            <a:ext cx="215172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5000"/>
              </a:lnSpc>
              <a:spcBef>
                <a:spcPts val="1001"/>
              </a:spcBef>
              <a:tabLst>
                <a:tab algn="l" pos="0"/>
              </a:tabLst>
            </a:pPr>
            <a:r>
              <a:rPr lang="sk-SK" sz="24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Logovanie</a:t>
            </a:r>
            <a:endParaRPr lang="sk-SK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Placeholder 4"/>
          <p:cNvSpPr/>
          <p:nvPr/>
        </p:nvSpPr>
        <p:spPr>
          <a:xfrm>
            <a:off x="5661000" y="2324160"/>
            <a:ext cx="215172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5000"/>
              </a:lnSpc>
              <a:spcBef>
                <a:spcPts val="1001"/>
              </a:spcBef>
              <a:tabLst>
                <a:tab algn="l" pos="0"/>
              </a:tabLst>
            </a:pPr>
            <a:r>
              <a:rPr lang="sk-SK" sz="24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Testovanie</a:t>
            </a:r>
            <a:endParaRPr lang="sk-SK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Placeholder 3"/>
          <p:cNvSpPr/>
          <p:nvPr/>
        </p:nvSpPr>
        <p:spPr>
          <a:xfrm>
            <a:off x="3661200" y="3308040"/>
            <a:ext cx="1356840" cy="165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en-GB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Info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en-GB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Debug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en-GB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Trace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Box 12"/>
          <p:cNvSpPr/>
          <p:nvPr/>
        </p:nvSpPr>
        <p:spPr>
          <a:xfrm>
            <a:off x="8370000" y="3308040"/>
            <a:ext cx="2151720" cy="79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en-GB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cargo audit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en-GB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clippy kontrola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612720" y="548640"/>
            <a:ext cx="10653120" cy="11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sk-SK" sz="62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optimalizácie</a:t>
            </a:r>
            <a:endParaRPr lang="en-US" sz="62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401" name="Text Placeholder 2"/>
          <p:cNvSpPr/>
          <p:nvPr/>
        </p:nvSpPr>
        <p:spPr>
          <a:xfrm>
            <a:off x="633960" y="2324160"/>
            <a:ext cx="515736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5000"/>
              </a:lnSpc>
              <a:spcBef>
                <a:spcPts val="1001"/>
              </a:spcBef>
              <a:tabLst>
                <a:tab algn="l" pos="0"/>
              </a:tabLst>
            </a:pPr>
            <a:r>
              <a:rPr lang="sk-SK" sz="24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Prechádzanie adresárov</a:t>
            </a:r>
            <a:endParaRPr lang="sk-SK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Placeholder 3"/>
          <p:cNvSpPr/>
          <p:nvPr/>
        </p:nvSpPr>
        <p:spPr>
          <a:xfrm>
            <a:off x="633960" y="3429000"/>
            <a:ext cx="5157360" cy="37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DFS pri vyhľadávaní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BFS pri sortovaní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Placeholder 4"/>
          <p:cNvSpPr/>
          <p:nvPr/>
        </p:nvSpPr>
        <p:spPr>
          <a:xfrm>
            <a:off x="6196680" y="2324160"/>
            <a:ext cx="518292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5000"/>
              </a:lnSpc>
              <a:spcBef>
                <a:spcPts val="1001"/>
              </a:spcBef>
              <a:tabLst>
                <a:tab algn="l" pos="0"/>
              </a:tabLst>
            </a:pPr>
            <a:r>
              <a:rPr lang="sk-SK" sz="24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Šetrenie prostriedkov</a:t>
            </a:r>
            <a:endParaRPr lang="sk-SK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Placeholder 5"/>
          <p:cNvSpPr/>
          <p:nvPr/>
        </p:nvSpPr>
        <p:spPr>
          <a:xfrm>
            <a:off x="6196680" y="3315960"/>
            <a:ext cx="5182920" cy="37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referencia namiesto kópii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skóre uvoľnenie dát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chemeClr val="dk1"/>
                </a:solidFill>
                <a:effectLst/>
                <a:uFillTx/>
                <a:latin typeface="Bahnschrift SemiLight"/>
              </a:rPr>
              <a:t>lenivé iterácie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PlaceHolder 2"/>
          <p:cNvSpPr>
            <a:spLocks noGrp="1"/>
          </p:cNvSpPr>
          <p:nvPr>
            <p:ph/>
          </p:nvPr>
        </p:nvSpPr>
        <p:spPr>
          <a:xfrm>
            <a:off x="612720" y="1715400"/>
            <a:ext cx="10653120" cy="459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5000"/>
              </a:lnSpc>
              <a:spcBef>
                <a:spcPts val="1417"/>
              </a:spcBef>
              <a:buNone/>
            </a:pPr>
            <a:endParaRPr lang="en-US" sz="18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title"/>
          </p:nvPr>
        </p:nvSpPr>
        <p:spPr>
          <a:xfrm>
            <a:off x="612720" y="484560"/>
            <a:ext cx="10652400" cy="113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sk-SK" sz="6600" b="0" u="none" spc="-9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Distribúcia</a:t>
            </a:r>
            <a:r>
              <a:rPr lang="en-US" sz="6600" b="0" u="none" spc="-9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 a </a:t>
            </a:r>
            <a:r>
              <a:rPr lang="sk-SK" sz="6600" b="0" u="none" spc="-91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údržba</a:t>
            </a:r>
            <a:endParaRPr lang="en-US" sz="66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407" name="Text Placeholder 2"/>
          <p:cNvSpPr/>
          <p:nvPr/>
        </p:nvSpPr>
        <p:spPr>
          <a:xfrm>
            <a:off x="633960" y="2324160"/>
            <a:ext cx="515736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5000"/>
              </a:lnSpc>
              <a:spcBef>
                <a:spcPts val="1001"/>
              </a:spcBef>
              <a:tabLst>
                <a:tab algn="l" pos="0"/>
              </a:tabLst>
            </a:pPr>
            <a:r>
              <a:rPr lang="sk-SK" sz="24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Distribúcia</a:t>
            </a:r>
            <a:endParaRPr lang="sk-SK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Placeholder 3"/>
          <p:cNvSpPr/>
          <p:nvPr/>
        </p:nvSpPr>
        <p:spPr>
          <a:xfrm>
            <a:off x="633960" y="3308040"/>
            <a:ext cx="5157360" cy="34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open-source projekt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MIT licencia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verejný repozitár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GitHub releases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Placeholder 4"/>
          <p:cNvSpPr/>
          <p:nvPr/>
        </p:nvSpPr>
        <p:spPr>
          <a:xfrm>
            <a:off x="6196680" y="2324160"/>
            <a:ext cx="518292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5000"/>
              </a:lnSpc>
              <a:spcBef>
                <a:spcPts val="1001"/>
              </a:spcBef>
              <a:tabLst>
                <a:tab algn="l" pos="0"/>
              </a:tabLst>
            </a:pPr>
            <a:r>
              <a:rPr lang="sk-SK" sz="24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Údržba</a:t>
            </a:r>
            <a:endParaRPr lang="sk-SK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Placeholder 5"/>
          <p:cNvSpPr/>
          <p:nvPr/>
        </p:nvSpPr>
        <p:spPr>
          <a:xfrm>
            <a:off x="6196680" y="3315960"/>
            <a:ext cx="5182920" cy="37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inštalačný návod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dokumentácia príkazov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sémantické </a:t>
            </a:r>
            <a:r>
              <a:rPr lang="sk-SK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verzovanie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GitHub Issues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5000"/>
              </a:lnSpc>
              <a:spcBef>
                <a:spcPts val="1001"/>
              </a:spcBef>
              <a:buClr>
                <a:srgbClr val="f7e6d4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f7e6d4"/>
                </a:solidFill>
                <a:effectLst/>
                <a:uFillTx/>
                <a:latin typeface="Bahnschrift SemiLight"/>
              </a:rPr>
              <a:t>Pull Requests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title"/>
          </p:nvPr>
        </p:nvSpPr>
        <p:spPr>
          <a:xfrm>
            <a:off x="612720" y="483480"/>
            <a:ext cx="10653120" cy="11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lang="sk-SK" sz="66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Výsledok</a:t>
            </a:r>
            <a:r>
              <a:rPr lang="en-US" sz="66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 </a:t>
            </a:r>
            <a:r>
              <a:rPr lang="sk-SK" sz="6600" b="0" u="none" spc="-91" strike="noStrike" cap="all">
                <a:solidFill>
                  <a:schemeClr val="dk2"/>
                </a:solidFill>
                <a:effectLst/>
                <a:uFillTx/>
                <a:latin typeface="Bahnschrift SemiLight"/>
              </a:rPr>
              <a:t>práce</a:t>
            </a:r>
            <a:endParaRPr lang="en-US" sz="66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412" name="Text Placeholder 3"/>
          <p:cNvSpPr/>
          <p:nvPr/>
        </p:nvSpPr>
        <p:spPr>
          <a:xfrm>
            <a:off x="612720" y="2352240"/>
            <a:ext cx="5157360" cy="37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10102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CLI nástroj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10102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vyhľadávanie, sortovanie, čistenie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10102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jednoduché použitie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10102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vysoká rýchlosť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10102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dôraz na bezpečnosť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5000"/>
              </a:lnSpc>
              <a:spcBef>
                <a:spcPts val="1001"/>
              </a:spcBef>
              <a:buClr>
                <a:srgbClr val="010102"/>
              </a:buClr>
              <a:buFont typeface="Arial"/>
              <a:buChar char="•"/>
            </a:pPr>
            <a:r>
              <a:rPr lang="sk-SK" sz="1800" b="0" u="none" spc="31" strike="noStrike">
                <a:solidFill>
                  <a:srgbClr val="010102"/>
                </a:solidFill>
                <a:effectLst/>
                <a:uFillTx/>
                <a:latin typeface="Bahnschrift SemiLight"/>
              </a:rPr>
              <a:t>možnosť ďalšieho rozšírenia</a:t>
            </a:r>
            <a:endParaRPr lang="sk-SK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Placeholder 2"/>
          <p:cNvSpPr/>
          <p:nvPr/>
        </p:nvSpPr>
        <p:spPr>
          <a:xfrm>
            <a:off x="612720" y="2244600"/>
            <a:ext cx="5157360" cy="5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5000"/>
              </a:lnSpc>
              <a:spcBef>
                <a:spcPts val="1001"/>
              </a:spcBef>
              <a:tabLst>
                <a:tab algn="l" pos="0"/>
              </a:tabLst>
            </a:pPr>
            <a:endParaRPr lang="sk-SK" sz="2400" b="0" u="none" spc="31" strike="noStrike">
              <a:solidFill>
                <a:schemeClr val="dk2"/>
              </a:solidFill>
              <a:effectLst/>
              <a:uFillTx/>
              <a:latin typeface="Bahnschrift Semi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633960" y="633960"/>
            <a:ext cx="10923480" cy="422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75000"/>
              </a:lnSpc>
              <a:buNone/>
            </a:pPr>
            <a:r>
              <a:rPr lang="sk-SK" sz="11600" b="0" u="none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Ďakujem</a:t>
            </a:r>
            <a:r>
              <a:rPr lang="en-US" sz="11600" b="0" u="none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 </a:t>
            </a:r>
            <a:r>
              <a:rPr lang="sk-SK" sz="11600" b="0" u="none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za</a:t>
            </a:r>
            <a:r>
              <a:rPr lang="en-US" sz="11600" b="0" u="none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 </a:t>
            </a:r>
            <a:r>
              <a:rPr lang="sk-SK" sz="11600" b="0" u="none" strike="noStrike" cap="all">
                <a:solidFill>
                  <a:schemeClr val="lt2"/>
                </a:solidFill>
                <a:effectLst/>
                <a:uFillTx/>
                <a:latin typeface="Bahnschrift SemiLight"/>
              </a:rPr>
              <a:t>pozornosť</a:t>
            </a:r>
            <a:endParaRPr lang="en-US" sz="11600" b="0" u="none" strike="noStrike">
              <a:solidFill>
                <a:schemeClr val="dk1"/>
              </a:solidFill>
              <a:effectLst/>
              <a:uFillTx/>
              <a:latin typeface="Bahnschrift SemiLight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 type="subTitle"/>
          </p:nvPr>
        </p:nvSpPr>
        <p:spPr>
          <a:xfrm>
            <a:off x="633960" y="5856120"/>
            <a:ext cx="9424080" cy="36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5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sk-SK" sz="1800" b="0" u="none" spc="31" strike="noStrike">
                <a:solidFill>
                  <a:schemeClr val="lt2"/>
                </a:solidFill>
                <a:effectLst/>
                <a:uFillTx/>
                <a:latin typeface="Bahnschrift SemiLight"/>
              </a:rPr>
              <a:t>Priestor na vaše otázky</a:t>
            </a:r>
            <a:endParaRPr lang="sk-SK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BlockworkElegance_Sales">
  <a:themeElements>
    <a:clrScheme name="Custom 27">
      <a:dk1>
        <a:srgbClr val="000000"/>
      </a:dk1>
      <a:lt1>
        <a:srgbClr val="ffffff"/>
      </a:lt1>
      <a:dk2>
        <a:srgbClr val="000102"/>
      </a:dk2>
      <a:lt2>
        <a:srgbClr val="f7e6d3"/>
      </a:lt2>
      <a:accent1>
        <a:srgbClr val="28436c"/>
      </a:accent1>
      <a:accent2>
        <a:srgbClr val="f3bc24"/>
      </a:accent2>
      <a:accent3>
        <a:srgbClr val="8e7b63"/>
      </a:accent3>
      <a:accent4>
        <a:srgbClr val="cc563b"/>
      </a:accent4>
      <a:accent5>
        <a:srgbClr val="a3452f"/>
      </a:accent5>
      <a:accent6>
        <a:srgbClr val="2b241e"/>
      </a:accent6>
      <a:hlink>
        <a:srgbClr val="fdf2d3"/>
      </a:hlink>
      <a:folHlink>
        <a:srgbClr val="512218"/>
      </a:folHlink>
    </a:clrScheme>
    <a:fontScheme name="Custom 23">
      <a:majorFont>
        <a:latin typeface="Bahnschrift SemiLight" pitchFamily="0" charset="1"/>
        <a:ea typeface=""/>
        <a:cs typeface=""/>
      </a:majorFont>
      <a:minorFont>
        <a:latin typeface="Bahnschrift Semi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2185BFC-6E97-4C88-9034-F2A7ED1C005E}">
  <ds:schemaRefs>
    <ds:schemaRef ds:uri="http://schemas.microsoft.com/sharepoint/v3"/>
    <ds:schemaRef ds:uri="71af3243-3dd4-4a8d-8c0d-dd76da1f02a5"/>
    <ds:schemaRef ds:uri="http://purl.org/dc/elements/1.1/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16c05727-aa75-4e4a-9b5f-8a80a1165891"/>
    <ds:schemaRef ds:uri="230e9df3-be65-4c73-a93b-d1236ebd677e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881A4212-02C6-475D-B332-DC5017D0453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9F4493-28C5-41EE-82D6-BF149D0719C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140</TotalTime>
  <Application>LibreOffice/25.8.5.2$Linux_X86_64 LibreOffice_project/580$Build-2</Application>
  <AppVersion>15.0000</AppVersion>
  <Words>257</Words>
  <Paragraphs>114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2026-04-09T16:24:45Z</dcterms:created>
  <dc:creator>Matej Petuchovsky</dc:creator>
  <dc:description/>
  <dc:language>en-US</dc:language>
  <cp:lastModifiedBy/>
  <dcterms:modified xsi:type="dcterms:W3CDTF">2026-04-16T16:15:01Z</dcterms:modified>
  <cp:revision>12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  <property fmtid="{D5CDD505-2E9C-101B-9397-08002B2CF9AE}" pid="4" name="PresentationFormat">
    <vt:lpwstr>Widescreen</vt:lpwstr>
  </property>
  <property fmtid="{D5CDD505-2E9C-101B-9397-08002B2CF9AE}" pid="5" name="Slides">
    <vt:i4>13</vt:i4>
  </property>
</Properties>
</file>